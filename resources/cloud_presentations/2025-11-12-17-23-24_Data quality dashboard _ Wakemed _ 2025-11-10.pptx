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customXml/itemProps14.xml" ContentType="application/vnd.openxmlformats-officedocument.customXmlProperties+xml"/>
  <Override PartName="/customXml/itemProps15.xml" ContentType="application/vnd.openxmlformats-officedocument.customXmlProperties+xml"/>
  <Override PartName="/customXml/itemProps16.xml" ContentType="application/vnd.openxmlformats-officedocument.customXmlProperties+xml"/>
  <Override PartName="/customXml/itemProps17.xml" ContentType="application/vnd.openxmlformats-officedocument.customXmlProperties+xml"/>
  <Override PartName="/customXml/itemProps18.xml" ContentType="application/vnd.openxmlformats-officedocument.customXmlProperties+xml"/>
  <Override PartName="/customXml/itemProps19.xml" ContentType="application/vnd.openxmlformats-officedocument.customXmlProperties+xml"/>
  <Override PartName="/customXml/itemProps20.xml" ContentType="application/vnd.openxmlformats-officedocument.customXmlProperties+xml"/>
  <Override PartName="/customXml/itemProps21.xml" ContentType="application/vnd.openxmlformats-officedocument.customXmlProperties+xml"/>
  <Override PartName="/customXml/itemProps22.xml" ContentType="application/vnd.openxmlformats-officedocument.customXmlProperties+xml"/>
  <Override PartName="/customXml/itemProps23.xml" ContentType="application/vnd.openxmlformats-officedocument.customXmlProperties+xml"/>
  <Override PartName="/customXml/itemProps24.xml" ContentType="application/vnd.openxmlformats-officedocument.customXmlProperties+xml"/>
  <Override PartName="/customXml/itemProps25.xml" ContentType="application/vnd.openxmlformats-officedocument.customXmlProperties+xml"/>
  <Override PartName="/customXml/itemProps2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7FFFFFE1_B550567A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27"/>
    <p:sldMasterId id="2147483704" r:id="rId28"/>
  </p:sldMasterIdLst>
  <p:notesMasterIdLst>
    <p:notesMasterId r:id="rId33"/>
  </p:notesMasterIdLst>
  <p:handoutMasterIdLst>
    <p:handoutMasterId r:id="rId34"/>
  </p:handoutMasterIdLst>
  <p:sldIdLst>
    <p:sldId id="2147483612" r:id="rId29"/>
    <p:sldId id="2147483617" r:id="rId30"/>
    <p:sldId id="2147483618" r:id="rId31"/>
    <p:sldId id="2147483619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2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F8592A-869D-3CBE-06B6-1F41F2733B7F}" name="Felipe Platzer" initials="FP" userId="S::felipe.platzer@partssource.com::48042b59-0d57-44f2-90d5-b62a10cab7a7" providerId="AD"/>
  <p188:author id="{29F5AA4D-B373-562A-37D0-EEBBA0905474}" name="Nelson Bowers" initials="NB" userId="S::nbowers@partssource.com::5cc05da3-2814-4488-9414-d5bc0fbd7fa6" providerId="AD"/>
  <p188:author id="{A8BB2A8A-1F54-1696-B9D2-6C7FC6783418}" name="Nelson Bowers" initials="NB" userId="S::nbowers@mypartssource.com::5cc05da3-2814-4488-9414-d5bc0fbd7fa6" providerId="AD"/>
  <p188:author id="{381AA094-A467-2AEB-FCB0-E82AFB233381}" name="James Kollai" initials="JK" userId="S::jkollai@mypartssource.com::5a7941f4-462c-4a73-b6e5-d0c69b12fe9e" providerId="AD"/>
  <p188:author id="{E0D7959E-BA90-7BF4-07E3-E6FC698431EF}" name="Ashraf Sobeh" initials="AS" userId="S::asobeh@partssource.com::e5e7d10b-c519-4ea7-bf31-69338f7e795e" providerId="AD"/>
  <p188:author id="{723B2FAC-2B64-9F76-7190-70B9B6FC9DF6}" name="Mike Zamis" initials="MZ" userId="S::mzamis@partssource.com::af8a3d5b-6b41-4971-ba1d-7c7c9679155b" providerId="AD"/>
  <p188:author id="{19BC99AE-7EC3-30A1-C37A-4F38044A1EB0}" name="David Brennan" initials="DB" userId="S::dbrennan@mypartssource.com::90511957-d719-4678-a884-a145e8608c9d" providerId="AD"/>
  <p188:author id="{EC28B4B0-6701-2EAD-4AFD-41CFFF8EDE08}" name="Felipe Platzer" initials="FP" userId="S::Felipe.Platzer@partssource.com::48042b59-0d57-44f2-90d5-b62a10cab7a7" providerId="AD"/>
  <p188:author id="{978CEBBF-3F15-87E6-70BB-F48D5A545794}" name="Jared Koslosky" initials="" userId="S::jkoslosky@partssource.com::9ddfb180-6d55-4efc-bafc-8fdec0533ea0" providerId="AD"/>
  <p188:author id="{52BC6FE5-74CA-0901-CBD4-E734A187005A}" name="Kier Selinsky" initials="" userId="S::kselinsky@partssource.com::bd710dab-a9ce-4a29-849a-3f09a791ede3" providerId="AD"/>
  <p188:author id="{8229FFFA-D43B-ECDC-68F8-40954532A49C}" name="David Brennan" initials="DB" userId="S::dbrennan@partssource.com::90511957-d719-4678-a884-a145e8608c9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CC7E"/>
    <a:srgbClr val="F98871"/>
    <a:srgbClr val="FCB679"/>
    <a:srgbClr val="F8766D"/>
    <a:srgbClr val="6DC17C"/>
    <a:srgbClr val="FFFFFF"/>
    <a:srgbClr val="63BE7B"/>
    <a:srgbClr val="A4D17F"/>
    <a:srgbClr val="C9DC81"/>
    <a:srgbClr val="F9EA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4471E2-9EE5-499C-9B42-38E3B0CBD3E3}" v="1" dt="2025-11-12T22:53:48.541"/>
    <p1510:client id="{564F7679-1C0C-BA09-F4D2-C3EBDA7680FC}" v="71" dt="2025-11-12T13:26:59.927"/>
    <p1510:client id="{80DDFE54-98AB-44A3-82DE-FBFBD2E31172}" v="6" dt="2025-11-12T19:34:30.7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82"/>
      </p:cViewPr>
      <p:guideLst>
        <p:guide orient="horz" pos="2160"/>
        <p:guide pos="523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customXml" Target="../customXml/item13.xml"/><Relationship Id="rId18" Type="http://schemas.openxmlformats.org/officeDocument/2006/relationships/customXml" Target="../customXml/item18.xml"/><Relationship Id="rId26" Type="http://schemas.openxmlformats.org/officeDocument/2006/relationships/customXml" Target="../customXml/item26.xml"/><Relationship Id="rId39" Type="http://schemas.microsoft.com/office/2015/10/relationships/revisionInfo" Target="revisionInfo.xml"/><Relationship Id="rId21" Type="http://schemas.openxmlformats.org/officeDocument/2006/relationships/customXml" Target="../customXml/item21.xml"/><Relationship Id="rId34" Type="http://schemas.openxmlformats.org/officeDocument/2006/relationships/handoutMaster" Target="handoutMasters/handoutMaster1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customXml" Target="../customXml/item17.xml"/><Relationship Id="rId25" Type="http://schemas.openxmlformats.org/officeDocument/2006/relationships/customXml" Target="../customXml/item25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customXml" Target="../customXml/item16.xml"/><Relationship Id="rId20" Type="http://schemas.openxmlformats.org/officeDocument/2006/relationships/customXml" Target="../customXml/item20.xml"/><Relationship Id="rId29" Type="http://schemas.openxmlformats.org/officeDocument/2006/relationships/slide" Target="slides/slide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customXml" Target="../customXml/item24.xml"/><Relationship Id="rId32" Type="http://schemas.openxmlformats.org/officeDocument/2006/relationships/slide" Target="slides/slide4.xml"/><Relationship Id="rId37" Type="http://schemas.openxmlformats.org/officeDocument/2006/relationships/theme" Target="theme/theme1.xml"/><Relationship Id="rId40" Type="http://schemas.microsoft.com/office/2018/10/relationships/authors" Target="authors.xml"/><Relationship Id="rId5" Type="http://schemas.openxmlformats.org/officeDocument/2006/relationships/customXml" Target="../customXml/item5.xml"/><Relationship Id="rId15" Type="http://schemas.openxmlformats.org/officeDocument/2006/relationships/customXml" Target="../customXml/item15.xml"/><Relationship Id="rId23" Type="http://schemas.openxmlformats.org/officeDocument/2006/relationships/customXml" Target="../customXml/item23.xml"/><Relationship Id="rId28" Type="http://schemas.openxmlformats.org/officeDocument/2006/relationships/slideMaster" Target="slideMasters/slideMaster2.xml"/><Relationship Id="rId36" Type="http://schemas.openxmlformats.org/officeDocument/2006/relationships/viewProps" Target="viewProps.xml"/><Relationship Id="rId10" Type="http://schemas.openxmlformats.org/officeDocument/2006/relationships/customXml" Target="../customXml/item10.xml"/><Relationship Id="rId19" Type="http://schemas.openxmlformats.org/officeDocument/2006/relationships/customXml" Target="../customXml/item19.xml"/><Relationship Id="rId31" Type="http://schemas.openxmlformats.org/officeDocument/2006/relationships/slide" Target="slides/slide3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customXml" Target="../customXml/item14.xml"/><Relationship Id="rId22" Type="http://schemas.openxmlformats.org/officeDocument/2006/relationships/customXml" Target="../customXml/item22.xml"/><Relationship Id="rId27" Type="http://schemas.openxmlformats.org/officeDocument/2006/relationships/slideMaster" Target="slideMasters/slideMaster1.xml"/><Relationship Id="rId30" Type="http://schemas.openxmlformats.org/officeDocument/2006/relationships/slide" Target="slides/slide2.xml"/><Relationship Id="rId35" Type="http://schemas.openxmlformats.org/officeDocument/2006/relationships/presProps" Target="presProps.xml"/><Relationship Id="rId8" Type="http://schemas.openxmlformats.org/officeDocument/2006/relationships/customXml" Target="../customXml/item8.xml"/><Relationship Id="rId3" Type="http://schemas.openxmlformats.org/officeDocument/2006/relationships/customXml" Target="../customXml/item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7466337491522153E-2"/>
          <c:y val="3.6938051695875745E-2"/>
          <c:w val="0.90272492342310606"/>
          <c:h val="0.8694435088241794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,\k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Sheet1!$A$2:$A$9</c:f>
              <c:numCache>
                <c:formatCode>General</c:formatCod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numCache>
            </c:num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14500</c:v>
                </c:pt>
                <c:pt idx="1">
                  <c:v>15232</c:v>
                </c:pt>
                <c:pt idx="2">
                  <c:v>25030</c:v>
                </c:pt>
                <c:pt idx="3">
                  <c:v>29254</c:v>
                </c:pt>
                <c:pt idx="4">
                  <c:v>28896</c:v>
                </c:pt>
                <c:pt idx="5">
                  <c:v>30182</c:v>
                </c:pt>
                <c:pt idx="6">
                  <c:v>32340</c:v>
                </c:pt>
                <c:pt idx="7">
                  <c:v>12039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0-4E2D-B886-7858E9A4C97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355518304"/>
        <c:axId val="1355512544"/>
      </c:barChart>
      <c:catAx>
        <c:axId val="13555183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pPr>
            <a:endParaRPr lang="en-US"/>
          </a:p>
        </c:txPr>
        <c:crossAx val="1355512544"/>
        <c:crosses val="autoZero"/>
        <c:auto val="1"/>
        <c:lblAlgn val="ctr"/>
        <c:lblOffset val="100"/>
        <c:noMultiLvlLbl val="0"/>
      </c:catAx>
      <c:valAx>
        <c:axId val="13555125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3555183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7FFFFFE1_B55056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8CCB5A0-E259-41DA-A2D6-08F33476D3F8}" authorId="{29F5AA4D-B373-562A-37D0-EEBBA0905474}" status="resolved" created="2025-11-07T15:20:46.10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041941114" sldId="2147483617"/>
      <ac:graphicFrameMk id="2" creationId="{E566FBCE-B54F-60D3-BC33-4395994EAA96}"/>
      <ac:tblMk/>
      <ac:tcMk rowId="344036261" colId="1910757401"/>
      <ac:txMk cp="0" len="18">
        <ac:context len="20" hash="336135196"/>
      </ac:txMk>
    </ac:txMkLst>
    <p188:txBody>
      <a:bodyPr/>
      <a:lstStyle/>
      <a:p>
        <a:r>
          <a:rPr lang="en-US"/>
          <a:t>[@Felipe Platzer] what is driving such a low MTBF? I assume it’s because there’s 0 or 1 WO for the asset. Might be worth adding a footnote about this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9F537C2-DCF6-E161-8156-4D670A24FE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9EBE3-57C6-8FF4-F04C-16D529AB82E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AD00F9-D1AF-43F4-9FCA-9D7D3D0351C7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4A49E2-D52E-D67A-B1A5-A076992D567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D39A1-5A01-7070-901F-297BCE179E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E566C-AE4E-4785-B41F-230D67A9CC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429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EC9041-E3EE-4A85-AA7C-786850D3F7D3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99720-FC37-4E36-ACBA-4CE88B208E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31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Relationship Id="rId4" Type="http://schemas.openxmlformats.org/officeDocument/2006/relationships/image" Target="../media/image3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4" Type="http://schemas.openxmlformats.org/officeDocument/2006/relationships/image" Target="../media/image3.emf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40463" y="0"/>
            <a:ext cx="6336849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1794293"/>
            <a:ext cx="5677648" cy="22946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800">
                <a:solidFill>
                  <a:schemeClr val="accent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6D4A52FC-C321-EA9E-81EC-8B823293E6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4189672"/>
            <a:ext cx="5677648" cy="36507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2000" b="0" i="0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BC5450-B1DF-E608-9B81-C18BDEC529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987" y="1458138"/>
            <a:ext cx="2054554" cy="205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586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EFD3679-D40B-7D7E-DE4E-E30727B35D42}"/>
              </a:ext>
            </a:extLst>
          </p:cNvPr>
          <p:cNvSpPr/>
          <p:nvPr userDrawn="1"/>
        </p:nvSpPr>
        <p:spPr>
          <a:xfrm>
            <a:off x="0" y="2264987"/>
            <a:ext cx="5988045" cy="22707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9D5C82DB-374C-A069-4054-985531DF327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988045" y="1"/>
            <a:ext cx="6203953" cy="2281412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4963" y="2741505"/>
            <a:ext cx="5418856" cy="121301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40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195A66-C691-4FF8-AA3F-0D78DAC31CBE}"/>
              </a:ext>
            </a:extLst>
          </p:cNvPr>
          <p:cNvSpPr/>
          <p:nvPr userDrawn="1"/>
        </p:nvSpPr>
        <p:spPr>
          <a:xfrm>
            <a:off x="0" y="4535743"/>
            <a:ext cx="2414902" cy="233388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14AE2F-C93B-767E-6B3D-C8588D6AFB3E}"/>
              </a:ext>
            </a:extLst>
          </p:cNvPr>
          <p:cNvSpPr/>
          <p:nvPr userDrawn="1"/>
        </p:nvSpPr>
        <p:spPr>
          <a:xfrm>
            <a:off x="10752210" y="2260192"/>
            <a:ext cx="1439789" cy="228141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00A177-EF9D-84D4-279A-27C843F8ED5D}"/>
              </a:ext>
            </a:extLst>
          </p:cNvPr>
          <p:cNvSpPr/>
          <p:nvPr userDrawn="1"/>
        </p:nvSpPr>
        <p:spPr>
          <a:xfrm>
            <a:off x="2414902" y="6200774"/>
            <a:ext cx="3573140" cy="66885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7BF73217-191C-2E39-90BA-7CBE5C398D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988047" y="2276617"/>
            <a:ext cx="2349262" cy="2259127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70D3BBC8-5067-743F-069F-AE73A9EF3CD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988045" y="4535743"/>
            <a:ext cx="6203953" cy="2333883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>
                <a:latin typeface="Metronic Pro Light" panose="02000000000000000000" charset="0"/>
              </a:defRPr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E6B4967-B6F9-690E-596C-0576D6DC3CE1}"/>
              </a:ext>
            </a:extLst>
          </p:cNvPr>
          <p:cNvSpPr/>
          <p:nvPr userDrawn="1"/>
        </p:nvSpPr>
        <p:spPr>
          <a:xfrm>
            <a:off x="8337308" y="2263164"/>
            <a:ext cx="2414902" cy="227550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0AB2E-25D2-2A07-2E35-94499155F9C1}"/>
              </a:ext>
            </a:extLst>
          </p:cNvPr>
          <p:cNvSpPr/>
          <p:nvPr userDrawn="1"/>
        </p:nvSpPr>
        <p:spPr>
          <a:xfrm>
            <a:off x="2414901" y="4535146"/>
            <a:ext cx="3573147" cy="166562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8943A-B234-C875-19DE-82C2857D13F3}"/>
              </a:ext>
            </a:extLst>
          </p:cNvPr>
          <p:cNvSpPr/>
          <p:nvPr userDrawn="1"/>
        </p:nvSpPr>
        <p:spPr>
          <a:xfrm>
            <a:off x="0" y="-11633"/>
            <a:ext cx="5988045" cy="227661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529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B1A19BD7-C2A8-86F7-C0DA-8DCA6A6D146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757382" y="2708275"/>
            <a:ext cx="6677236" cy="85868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4800">
                <a:solidFill>
                  <a:schemeClr val="bg1"/>
                </a:solidFill>
                <a:latin typeface="Metronic Pro Light" panose="0200000000000000000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34419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5330116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8763944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5329375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8763203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63" y="2060575"/>
            <a:ext cx="494440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4262998"/>
            <a:ext cx="494440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2919086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517F320-58D8-D49F-0672-6351F232BBE6}"/>
              </a:ext>
            </a:extLst>
          </p:cNvPr>
          <p:cNvSpPr/>
          <p:nvPr userDrawn="1"/>
        </p:nvSpPr>
        <p:spPr>
          <a:xfrm>
            <a:off x="741" y="1"/>
            <a:ext cx="3434569" cy="333536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3F59F6-5B43-8D19-6F41-4714424D56EF}"/>
              </a:ext>
            </a:extLst>
          </p:cNvPr>
          <p:cNvSpPr/>
          <p:nvPr userDrawn="1"/>
        </p:nvSpPr>
        <p:spPr>
          <a:xfrm>
            <a:off x="3434569" y="0"/>
            <a:ext cx="3434569" cy="333536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4E8E0-C9AF-2F88-E98A-F4F8F0365EA8}"/>
              </a:ext>
            </a:extLst>
          </p:cNvPr>
          <p:cNvSpPr/>
          <p:nvPr userDrawn="1"/>
        </p:nvSpPr>
        <p:spPr>
          <a:xfrm>
            <a:off x="0" y="3321051"/>
            <a:ext cx="3434569" cy="35470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419635-3155-8039-93D8-4502ABF12A74}"/>
              </a:ext>
            </a:extLst>
          </p:cNvPr>
          <p:cNvSpPr/>
          <p:nvPr userDrawn="1"/>
        </p:nvSpPr>
        <p:spPr>
          <a:xfrm>
            <a:off x="3433828" y="3321050"/>
            <a:ext cx="3434569" cy="354704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C82707-EF0F-5CE0-A0F6-3952E38D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430" y="2060575"/>
            <a:ext cx="4697533" cy="2146001"/>
          </a:xfrm>
          <a:prstGeom prst="rect">
            <a:avLst/>
          </a:prstGeom>
        </p:spPr>
        <p:txBody>
          <a:bodyPr/>
          <a:lstStyle>
            <a:lvl1pPr>
              <a:defRPr lang="en-US" sz="3600" kern="1200" dirty="0">
                <a:solidFill>
                  <a:schemeClr val="accent1"/>
                </a:solidFill>
                <a:latin typeface="Metronic Pro Light" panose="02000000000000000000" charset="0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B0E55C-296C-3DF9-24FC-71CAA8A8E28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4430" y="6430452"/>
            <a:ext cx="1606473" cy="160647"/>
          </a:xfrm>
          <a:prstGeom prst="rect">
            <a:avLst/>
          </a:prstGeom>
        </p:spPr>
      </p:pic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87A9C57D-1C24-EA25-82DC-A889C05D32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EA09DD57-4803-DE4D-B2B1-65772E7166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94430" y="4262998"/>
            <a:ext cx="4697533" cy="36507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lang="en-US" sz="2000" b="0" i="0" u="none" kern="1200" dirty="0" smtClean="0">
                <a:solidFill>
                  <a:schemeClr val="bg2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</p:spTree>
    <p:extLst>
      <p:ext uri="{BB962C8B-B14F-4D97-AF65-F5344CB8AC3E}">
        <p14:creationId xmlns:p14="http://schemas.microsoft.com/office/powerpoint/2010/main" val="4061605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63DE2AF5-D3B1-9B23-8922-251705029C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EEF236-5954-7418-240B-BEF572FF18C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rgbClr val="F7F7F7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7B245B-8B79-88F4-AECE-5246E42057D3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7B9464E-22BE-4B4E-804E-821ABD2315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B69A333-6C22-65B9-113C-5F13F987B993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9B82BC-10C8-8BE5-0E84-442E0C380BD7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41755BC-FEB9-38C2-5347-34650DFDD44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3884987-739F-C98D-A4EF-2F11F18604EB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AD0392B-588E-EF91-8BE4-A73AEDAEA45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82CABE4-04DB-A75F-30F3-183909024637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39B745A-B036-8261-AB46-47AD9FCD8CDC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12C3E01-9523-4572-1357-D7657DE16EC4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77D4B21-B085-784D-56F2-11936636524A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D35BD76-31CD-282E-FBD0-60A4E105F5CC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44897E9-B513-FBCE-8753-24F37869933D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750231-595F-440D-934A-97098726D15E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0D937A0-AABB-C687-A8DA-79465B958D7A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AA731ED-13CE-418D-7BED-D0C8E27B08E3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3C1437F-017C-6FDD-F970-185E825B1216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8389B7F-4D19-7F3E-376E-3B44EBC9887E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69907-ABAA-7D8F-2E14-AA9308DC87CC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EE308DA-D062-A3DE-63CB-24F2115EA224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D56F782-0B4C-720F-BF95-1824BAF160E8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652427D-35EC-FCC4-E8E3-3ADBD6785ED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4575FF5-61E9-AE78-CC61-33FCB1BEEA24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792A563-D3B1-CF96-5BD5-42DB4A2213E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D99039E-BA35-DFEB-23B9-3F255FA98030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BA9D979-1261-DECC-BEBC-EA1F7F36FB66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614A15A-17A2-DCA8-19B4-D4493C792B35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048D6E7-CB6D-0DE6-95E8-F7ED75642981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7CEE48D-5597-5EB8-4981-8808FDE576D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925CF9C-795D-1934-BEA7-0ADC6B8CC812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579B81B-6958-5F15-2DAB-587AD695EC89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C7D6BCA-4A42-C18A-91A4-719AB5817C3F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325AD82-BA4B-4A20-44B7-7D990F7283EB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D48E474-C99F-67B0-EE08-C388C5EDD067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BC04023-BDC1-506E-B1A5-7BEE15B5BD54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92438D8-20D8-EDE4-D3A2-FD9D7AF7207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CBC04B3-A89D-D6E8-724A-D4FCEBBC54F7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58F1DDD-C2F8-6E46-E16D-54E79335AAAF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2664E8-191D-FF21-5CFD-BFF9EEA9D9E4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58934A03-8481-A1C9-EAFB-6B353446EDFB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2323A6D-63F1-9873-31C2-B7C3038FDCE8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4BA87C3-4204-C048-0E81-9800F77D9A53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83FCB45-8654-CCC5-C34F-3A2BE471D477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697C01D-E952-2FB4-05B5-284881E44DD7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CD8BB04F-DFA6-3DB1-48B8-A5C16878A7D2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74336AD-48DC-E442-BB2F-32E8D32DC7EA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AE150B4-B0D3-6D1C-16EE-4FC850235792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64464E5-4B41-272D-403A-1FB18334432B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3F2F7AB4-3916-07BF-1C9F-CF83B2DF3260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5E5C4C65-D7C2-668E-9063-5D4962CB1AF0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B720AC23-1EC7-6417-D1F3-9758B7023C40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115BD20A-228A-8CEC-2ED9-DEDBA9B7B69B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11D7B8C-F804-F4E9-3946-91490DABB151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6E8223-B647-EDC3-B820-5EB29BC681C0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9B0DD339-9EFF-25F0-1961-6AE6A9C250FF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753D326E-9B30-3DEF-A7A0-195314BFC192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10910F5-CD38-8B07-C147-618D9CEC65EF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46ECDC1-04C1-9311-6A4B-17C691712479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9EFD236-33AD-7496-2E91-B899CE386E37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8D50CFAB-B8A6-6843-D405-72CA43BDFE53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918348CB-CB33-8CCB-53CC-D690F155AB2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3A31A87-493F-C4AC-52E7-6B01C082F122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C38BF966-F026-132E-237E-CAAC05229BF8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B1546E0-6818-9D5D-C109-238503AE3A4C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F6D3C643-94F6-3145-9E55-ED4723EAB1E8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F77F5121-F87E-9889-D1E3-38E75ADE2D8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0535D129-76FE-7C17-9468-678DC3234393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92ACC025-9BEE-623B-35EC-B3662F3FF3F0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428AF8FB-BC93-15E2-012F-611B5C5D55BD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F7461D11-AAC3-3E6E-7208-55DCD7D1094C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0C23A6-1116-8F74-EF6E-0B7CF9B1014B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05515510-F67D-2000-6CBA-D8E95F3D0E81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884CBC29-4A51-4510-2361-78E249DDE1B4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023A63B4-6509-3F6A-8C4D-55212EB9752A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CE47C519-520A-BA20-9654-7A333F28DF15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EFFE2D4-2637-DAF2-E478-7E84B5E862D0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4897CC49-97CF-E984-8254-99BF17CE04D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4854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533618B-C233-50B6-DD61-38FB977750A8}"/>
              </a:ext>
            </a:extLst>
          </p:cNvPr>
          <p:cNvSpPr/>
          <p:nvPr userDrawn="1"/>
        </p:nvSpPr>
        <p:spPr>
          <a:xfrm>
            <a:off x="0" y="1184627"/>
            <a:ext cx="12192001" cy="5109220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-177350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4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8718B23A-A7BB-0006-D50F-863F3F78A0A1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51FA91-2FB2-C101-A7F1-AFFBD93062C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9086799-8BEE-B16E-71CD-400A25001CD3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EC78AB7-7759-3C00-9061-D750505DCF95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2E6E179-8329-6B90-580D-3122F96CECC5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8F0F331-B0E5-9F6C-E86C-D6903FE3FDE2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AE675EA-1E46-A167-E587-189AC8E7535D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80FDE3B3-410E-B730-4DD7-815013A3D2C7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7B73744-6660-F804-1CDF-018275F4D83E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AD8C7C1-6A86-5E05-0D03-BA5BB4C350D3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C5BF4C-71DD-69B8-690B-BB8290A4C6AB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8BE0B50-2937-1631-99C6-9FAFE6E1C2FE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BB9377D5-8CB5-0A02-BFDC-10978393CEE7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CC43E65-E587-82C7-2F6D-3652610A7781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028B3F8-2A1A-6C88-0B1B-E860002FE8F1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ACF0576-8183-D2D2-D4DE-E701E6F9AD61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4A24AF82-F453-CF32-971F-956BAA160C4E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A720B03-4CAA-B54D-20BC-2A6C0E443577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6A02ABF9-B431-A249-A78A-B8666E57F5D3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8395FE78-1CC5-E131-629F-C23CF1EECF97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27CE42C9-1F0B-3DF3-8019-A6214948EA26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28E8AACA-AFEB-60A1-C41A-65DFB85F2BEF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60B24072-E5FD-1E72-AED4-7267A2413710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0A1E784-E7B1-2C31-C8A6-C5E1ED7FA0A1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320D70B-31E5-DCB4-4436-7172CD53E539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6D6E728-56C0-CEA2-3ABF-4F1141F781D7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22BA332E-B418-C3BD-D13D-7FE2F107BF2A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87D34F2-D980-B5AE-A702-5C95A9F618EF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E6BA4463-716D-DEDF-A13E-870889356C74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BBD3077-4693-B6CC-3CD6-F37FD5A7BF14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350662EB-6F87-6531-F08D-00C8EAEE9F45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29980EA8-F393-838B-2D4C-67AF3C5D804C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C9A519B-3FE9-C9F0-A76A-C4FDEF522CC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291229B-B037-DA4B-C94B-F68D0B36E934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7D9403CE-6630-FC73-BFB9-7B83DC518CCD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6B56FA8F-1F21-DB42-9496-6FC87CAED529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4C4A3F27-BBB4-8956-A362-45F6EA234D1E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A114EEC-696B-BE44-1EE8-7107FEB3962E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08A7087-55C8-731E-E4EB-79C0F0F3D1AD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7E3511A1-8FA3-1DEA-57DD-0CC258346A5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48D9C31-5361-0676-3A0F-CB4187C2655D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3D8406E3-F8F5-C0DE-C9A1-064ADFC76F6C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D065D25C-4FB0-8760-7086-302652FCC8C6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8000C481-BCED-DA02-078D-8527573603D6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006571EA-46BC-800F-AF8C-FAE1A1693E4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455DA246-3EC6-859B-9B8A-FA4E1A671A93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26D6F63-CB52-582B-3297-1328EFF388EC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914D93DA-5A9C-25A5-9733-43E8AD608D03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73322B0-3CBF-BE28-032F-86ACB1BF648E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2AED51C9-A93D-0E8E-74D8-690554750332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EFEFD2FF-B54C-4D0D-B0D9-8B599262C742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AA36EC93-F7C0-3ACF-E7C4-B17DAE33576D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BB9DF1B9-81F1-6E77-4B16-C6B4A95C01A7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1C9A7E79-C125-78A3-43F9-ABA38E85A36C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F93F1229-80FD-466C-2887-274B6A7AAD09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2F54AC91-684A-0AF4-A5CB-7D420CBAB23E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1D5FB09-02DC-A05C-FA2E-C658541FD4DF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40A238F5-2FA0-1341-62AC-95E1D6BC0A53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4EA9654-230B-1493-37DF-F94D29B0F690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9978F8B1-90CA-E899-0532-DE3BFCD24041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0F490C61-8B0E-9140-69A7-58F8271F5A10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5288713-D1D7-E0B8-0CE9-E16A94972F62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5CF9CBEC-DC27-F012-036F-5B2178A02E1F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D5712CD-7B5D-0831-EC67-D737D57127F4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5D9A5D1-6EF9-F1AA-84DE-519232CFCAD0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78DF94E6-60C4-3677-F01C-0A6DA63C935C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1792689B-14D7-2061-18E0-64A0A8EBA556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6CC21730-4F01-54A4-DC49-A71EF8DE5206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E098F538-DDDF-9891-2DCE-67E56F663214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DB9BD483-60A9-F806-2A34-2C75D610E1D1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A246A488-8435-7285-0AE2-474F88E02E6B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B34FCE79-65E8-DD18-190D-DEDD7704CDA1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6C97A91C-552D-3A94-D1A7-0880ADED9953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657389A0-B7DB-875A-9AD6-E1B1989FB585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3EC252F7-37F6-FBCD-ED09-8FF0C5BCD3E3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99FF5D57-E3DD-424F-7173-B4F091B31E1D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602C38E9-95D5-3251-F41C-93FF4C688D79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FD067EF7-8AF8-D0B0-5E7D-EBD99EB1322B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982838"/>
            <a:ext cx="4805264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2" name="Marcador de número de diapositiva 4">
            <a:extLst>
              <a:ext uri="{FF2B5EF4-FFF2-40B4-BE49-F238E27FC236}">
                <a16:creationId xmlns:a16="http://schemas.microsoft.com/office/drawing/2014/main" id="{81B602FB-27B6-FC9C-5E50-F9808927F7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26CB85-3184-03D2-9101-1EBD686FCFD4}"/>
              </a:ext>
            </a:extLst>
          </p:cNvPr>
          <p:cNvSpPr/>
          <p:nvPr userDrawn="1"/>
        </p:nvSpPr>
        <p:spPr>
          <a:xfrm>
            <a:off x="0" y="1638579"/>
            <a:ext cx="12192001" cy="3766741"/>
          </a:xfrm>
          <a:prstGeom prst="rect">
            <a:avLst/>
          </a:prstGeom>
          <a:solidFill>
            <a:srgbClr val="D7F1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98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982838"/>
            <a:ext cx="11558585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bg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4" y="333375"/>
            <a:ext cx="11558586" cy="5487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pic>
        <p:nvPicPr>
          <p:cNvPr id="4" name="Picture 3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1FF9B61E-5EDA-3812-7F39-6A3CA8C0C78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42" y="6378487"/>
            <a:ext cx="1697184" cy="272014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9352C1-077B-F479-9407-4C8A7083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2E9676B-C696-77FF-6E03-63C4668CBD60}"/>
              </a:ext>
            </a:extLst>
          </p:cNvPr>
          <p:cNvGrpSpPr/>
          <p:nvPr userDrawn="1"/>
        </p:nvGrpSpPr>
        <p:grpSpPr>
          <a:xfrm>
            <a:off x="9532370" y="39194"/>
            <a:ext cx="2625977" cy="2651578"/>
            <a:chOff x="3766105" y="1210627"/>
            <a:chExt cx="2375658" cy="2398816"/>
          </a:xfrm>
          <a:solidFill>
            <a:schemeClr val="bg1">
              <a:alpha val="5000"/>
            </a:schemeClr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C9867C-AB62-53D6-57B3-4B59EEECA66C}"/>
                </a:ext>
              </a:extLst>
            </p:cNvPr>
            <p:cNvSpPr/>
            <p:nvPr/>
          </p:nvSpPr>
          <p:spPr>
            <a:xfrm>
              <a:off x="5981524" y="1210627"/>
              <a:ext cx="156010" cy="156009"/>
            </a:xfrm>
            <a:custGeom>
              <a:avLst/>
              <a:gdLst>
                <a:gd name="connsiteX0" fmla="*/ 156009 w 156009"/>
                <a:gd name="connsiteY0" fmla="*/ 78005 h 156009"/>
                <a:gd name="connsiteX1" fmla="*/ 78005 w 156009"/>
                <a:gd name="connsiteY1" fmla="*/ 156009 h 156009"/>
                <a:gd name="connsiteX2" fmla="*/ 0 w 156009"/>
                <a:gd name="connsiteY2" fmla="*/ 78005 h 156009"/>
                <a:gd name="connsiteX3" fmla="*/ 78005 w 156009"/>
                <a:gd name="connsiteY3" fmla="*/ 0 h 156009"/>
                <a:gd name="connsiteX4" fmla="*/ 156009 w 156009"/>
                <a:gd name="connsiteY4" fmla="*/ 78005 h 156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009" h="156009">
                  <a:moveTo>
                    <a:pt x="156009" y="78005"/>
                  </a:moveTo>
                  <a:cubicBezTo>
                    <a:pt x="156009" y="121085"/>
                    <a:pt x="121086" y="156009"/>
                    <a:pt x="78005" y="156009"/>
                  </a:cubicBezTo>
                  <a:cubicBezTo>
                    <a:pt x="34924" y="156009"/>
                    <a:pt x="0" y="121085"/>
                    <a:pt x="0" y="78005"/>
                  </a:cubicBezTo>
                  <a:cubicBezTo>
                    <a:pt x="0" y="34924"/>
                    <a:pt x="34924" y="0"/>
                    <a:pt x="78005" y="0"/>
                  </a:cubicBezTo>
                  <a:cubicBezTo>
                    <a:pt x="121086" y="0"/>
                    <a:pt x="156009" y="34924"/>
                    <a:pt x="156009" y="7800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967D429-E11E-DE6B-7697-B97066E46596}"/>
                </a:ext>
              </a:extLst>
            </p:cNvPr>
            <p:cNvSpPr/>
            <p:nvPr/>
          </p:nvSpPr>
          <p:spPr>
            <a:xfrm>
              <a:off x="5749859" y="1232377"/>
              <a:ext cx="112510" cy="112509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156F5D2-E925-B9BB-1F5F-81E6463B92F6}"/>
                </a:ext>
              </a:extLst>
            </p:cNvPr>
            <p:cNvSpPr/>
            <p:nvPr/>
          </p:nvSpPr>
          <p:spPr>
            <a:xfrm>
              <a:off x="5509803" y="1245669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D30DB54-B498-7183-7D25-495D45296D63}"/>
                </a:ext>
              </a:extLst>
            </p:cNvPr>
            <p:cNvSpPr/>
            <p:nvPr/>
          </p:nvSpPr>
          <p:spPr>
            <a:xfrm>
              <a:off x="5271895" y="126124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9D7138-2C78-8861-B46C-5DB8510E85ED}"/>
                </a:ext>
              </a:extLst>
            </p:cNvPr>
            <p:cNvSpPr/>
            <p:nvPr/>
          </p:nvSpPr>
          <p:spPr>
            <a:xfrm>
              <a:off x="5007202" y="1249898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F461420D-DFF2-1816-03F2-CA0180DB88DA}"/>
                </a:ext>
              </a:extLst>
            </p:cNvPr>
            <p:cNvSpPr/>
            <p:nvPr/>
          </p:nvSpPr>
          <p:spPr>
            <a:xfrm>
              <a:off x="4731298" y="1227410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15BF24-52A6-C73E-70DA-FFEB891B053D}"/>
                </a:ext>
              </a:extLst>
            </p:cNvPr>
            <p:cNvSpPr/>
            <p:nvPr/>
          </p:nvSpPr>
          <p:spPr>
            <a:xfrm>
              <a:off x="4491913" y="1241440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D660FC9-0AB7-68BF-2A7E-8E3E237AEA6B}"/>
                </a:ext>
              </a:extLst>
            </p:cNvPr>
            <p:cNvSpPr/>
            <p:nvPr/>
          </p:nvSpPr>
          <p:spPr>
            <a:xfrm>
              <a:off x="4258906" y="1261914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FCA36F5-91C7-556E-BCC7-7DBE8AB29FF6}"/>
                </a:ext>
              </a:extLst>
            </p:cNvPr>
            <p:cNvSpPr/>
            <p:nvPr/>
          </p:nvSpPr>
          <p:spPr>
            <a:xfrm>
              <a:off x="4012539" y="1268963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23EB58C-0411-0EB3-35AF-0AA511751603}"/>
                </a:ext>
              </a:extLst>
            </p:cNvPr>
            <p:cNvSpPr/>
            <p:nvPr/>
          </p:nvSpPr>
          <p:spPr>
            <a:xfrm>
              <a:off x="3767515" y="1277354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6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6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93143AA-9CDE-9835-9740-5796006C8FB2}"/>
                </a:ext>
              </a:extLst>
            </p:cNvPr>
            <p:cNvSpPr/>
            <p:nvPr/>
          </p:nvSpPr>
          <p:spPr>
            <a:xfrm>
              <a:off x="6023012" y="1505528"/>
              <a:ext cx="73036" cy="73037"/>
            </a:xfrm>
            <a:custGeom>
              <a:avLst/>
              <a:gdLst>
                <a:gd name="connsiteX0" fmla="*/ 36518 w 73036"/>
                <a:gd name="connsiteY0" fmla="*/ 73037 h 73037"/>
                <a:gd name="connsiteX1" fmla="*/ 0 w 73036"/>
                <a:gd name="connsiteY1" fmla="*/ 36519 h 73037"/>
                <a:gd name="connsiteX2" fmla="*/ 36518 w 73036"/>
                <a:gd name="connsiteY2" fmla="*/ 0 h 73037"/>
                <a:gd name="connsiteX3" fmla="*/ 73037 w 73036"/>
                <a:gd name="connsiteY3" fmla="*/ 36519 h 73037"/>
                <a:gd name="connsiteX4" fmla="*/ 36518 w 73036"/>
                <a:gd name="connsiteY4" fmla="*/ 73037 h 7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036" h="73037">
                  <a:moveTo>
                    <a:pt x="36518" y="73037"/>
                  </a:moveTo>
                  <a:cubicBezTo>
                    <a:pt x="16379" y="73037"/>
                    <a:pt x="0" y="56657"/>
                    <a:pt x="0" y="36519"/>
                  </a:cubicBezTo>
                  <a:cubicBezTo>
                    <a:pt x="0" y="16380"/>
                    <a:pt x="16379" y="0"/>
                    <a:pt x="36518" y="0"/>
                  </a:cubicBezTo>
                  <a:cubicBezTo>
                    <a:pt x="56657" y="0"/>
                    <a:pt x="73037" y="16380"/>
                    <a:pt x="73037" y="36519"/>
                  </a:cubicBezTo>
                  <a:cubicBezTo>
                    <a:pt x="73037" y="56657"/>
                    <a:pt x="56657" y="73037"/>
                    <a:pt x="36518" y="7303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791F0DC-B305-DE70-7B12-362FA638C53B}"/>
                </a:ext>
              </a:extLst>
            </p:cNvPr>
            <p:cNvSpPr/>
            <p:nvPr/>
          </p:nvSpPr>
          <p:spPr>
            <a:xfrm>
              <a:off x="5745698" y="1481630"/>
              <a:ext cx="120834" cy="120833"/>
            </a:xfrm>
            <a:custGeom>
              <a:avLst/>
              <a:gdLst>
                <a:gd name="connsiteX0" fmla="*/ 120833 w 120833"/>
                <a:gd name="connsiteY0" fmla="*/ 60417 h 120833"/>
                <a:gd name="connsiteX1" fmla="*/ 60416 w 120833"/>
                <a:gd name="connsiteY1" fmla="*/ 120833 h 120833"/>
                <a:gd name="connsiteX2" fmla="*/ 0 w 120833"/>
                <a:gd name="connsiteY2" fmla="*/ 60417 h 120833"/>
                <a:gd name="connsiteX3" fmla="*/ 60416 w 120833"/>
                <a:gd name="connsiteY3" fmla="*/ 0 h 120833"/>
                <a:gd name="connsiteX4" fmla="*/ 120833 w 120833"/>
                <a:gd name="connsiteY4" fmla="*/ 60417 h 12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833" h="120833">
                  <a:moveTo>
                    <a:pt x="120833" y="60417"/>
                  </a:moveTo>
                  <a:cubicBezTo>
                    <a:pt x="120833" y="93784"/>
                    <a:pt x="93784" y="120833"/>
                    <a:pt x="60416" y="120833"/>
                  </a:cubicBezTo>
                  <a:cubicBezTo>
                    <a:pt x="27049" y="120833"/>
                    <a:pt x="0" y="93784"/>
                    <a:pt x="0" y="60417"/>
                  </a:cubicBezTo>
                  <a:cubicBezTo>
                    <a:pt x="0" y="27049"/>
                    <a:pt x="27049" y="0"/>
                    <a:pt x="60416" y="0"/>
                  </a:cubicBezTo>
                  <a:cubicBezTo>
                    <a:pt x="93784" y="0"/>
                    <a:pt x="120833" y="27049"/>
                    <a:pt x="120833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94B4D1D-D2B9-4F35-93D8-890DE14225B4}"/>
                </a:ext>
              </a:extLst>
            </p:cNvPr>
            <p:cNvSpPr/>
            <p:nvPr/>
          </p:nvSpPr>
          <p:spPr>
            <a:xfrm>
              <a:off x="5509132" y="1498480"/>
              <a:ext cx="87134" cy="87134"/>
            </a:xfrm>
            <a:custGeom>
              <a:avLst/>
              <a:gdLst>
                <a:gd name="connsiteX0" fmla="*/ 87134 w 87134"/>
                <a:gd name="connsiteY0" fmla="*/ 43567 h 87134"/>
                <a:gd name="connsiteX1" fmla="*/ 43567 w 87134"/>
                <a:gd name="connsiteY1" fmla="*/ 87134 h 87134"/>
                <a:gd name="connsiteX2" fmla="*/ 0 w 87134"/>
                <a:gd name="connsiteY2" fmla="*/ 43567 h 87134"/>
                <a:gd name="connsiteX3" fmla="*/ 43567 w 87134"/>
                <a:gd name="connsiteY3" fmla="*/ 0 h 87134"/>
                <a:gd name="connsiteX4" fmla="*/ 87134 w 87134"/>
                <a:gd name="connsiteY4" fmla="*/ 43567 h 87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134" h="87134">
                  <a:moveTo>
                    <a:pt x="87134" y="43567"/>
                  </a:moveTo>
                  <a:cubicBezTo>
                    <a:pt x="87134" y="67629"/>
                    <a:pt x="67629" y="87134"/>
                    <a:pt x="43567" y="87134"/>
                  </a:cubicBezTo>
                  <a:cubicBezTo>
                    <a:pt x="19506" y="87134"/>
                    <a:pt x="0" y="67629"/>
                    <a:pt x="0" y="43567"/>
                  </a:cubicBezTo>
                  <a:cubicBezTo>
                    <a:pt x="0" y="19506"/>
                    <a:pt x="19506" y="0"/>
                    <a:pt x="43567" y="0"/>
                  </a:cubicBezTo>
                  <a:cubicBezTo>
                    <a:pt x="67629" y="0"/>
                    <a:pt x="87134" y="19506"/>
                    <a:pt x="87134" y="4356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9F83551-F2ED-E05D-0848-E72F95E01E86}"/>
                </a:ext>
              </a:extLst>
            </p:cNvPr>
            <p:cNvSpPr/>
            <p:nvPr/>
          </p:nvSpPr>
          <p:spPr>
            <a:xfrm>
              <a:off x="5256388" y="1499084"/>
              <a:ext cx="85791" cy="85791"/>
            </a:xfrm>
            <a:custGeom>
              <a:avLst/>
              <a:gdLst>
                <a:gd name="connsiteX0" fmla="*/ 42896 w 85791"/>
                <a:gd name="connsiteY0" fmla="*/ 85792 h 85791"/>
                <a:gd name="connsiteX1" fmla="*/ 0 w 85791"/>
                <a:gd name="connsiteY1" fmla="*/ 42896 h 85791"/>
                <a:gd name="connsiteX2" fmla="*/ 42896 w 85791"/>
                <a:gd name="connsiteY2" fmla="*/ 0 h 85791"/>
                <a:gd name="connsiteX3" fmla="*/ 85791 w 85791"/>
                <a:gd name="connsiteY3" fmla="*/ 42896 h 85791"/>
                <a:gd name="connsiteX4" fmla="*/ 42896 w 85791"/>
                <a:gd name="connsiteY4" fmla="*/ 85792 h 857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791" h="85791">
                  <a:moveTo>
                    <a:pt x="42896" y="85792"/>
                  </a:moveTo>
                  <a:cubicBezTo>
                    <a:pt x="19266" y="85792"/>
                    <a:pt x="0" y="66593"/>
                    <a:pt x="0" y="42896"/>
                  </a:cubicBezTo>
                  <a:cubicBezTo>
                    <a:pt x="0" y="19199"/>
                    <a:pt x="19199" y="0"/>
                    <a:pt x="42896" y="0"/>
                  </a:cubicBezTo>
                  <a:cubicBezTo>
                    <a:pt x="66592" y="0"/>
                    <a:pt x="85791" y="19199"/>
                    <a:pt x="85791" y="42896"/>
                  </a:cubicBezTo>
                  <a:cubicBezTo>
                    <a:pt x="85791" y="66593"/>
                    <a:pt x="66592" y="85792"/>
                    <a:pt x="42896" y="8579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3884397-D60C-2A97-0027-A6AC56D1C60E}"/>
                </a:ext>
              </a:extLst>
            </p:cNvPr>
            <p:cNvSpPr/>
            <p:nvPr/>
          </p:nvSpPr>
          <p:spPr>
            <a:xfrm>
              <a:off x="4994582" y="1490760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DB0F185-8FBB-1ACE-628B-36BEC15EC19D}"/>
                </a:ext>
              </a:extLst>
            </p:cNvPr>
            <p:cNvSpPr/>
            <p:nvPr/>
          </p:nvSpPr>
          <p:spPr>
            <a:xfrm>
              <a:off x="4731298" y="1480825"/>
              <a:ext cx="122310" cy="122310"/>
            </a:xfrm>
            <a:custGeom>
              <a:avLst/>
              <a:gdLst>
                <a:gd name="connsiteX0" fmla="*/ 61155 w 122310"/>
                <a:gd name="connsiteY0" fmla="*/ 122310 h 122310"/>
                <a:gd name="connsiteX1" fmla="*/ 0 w 122310"/>
                <a:gd name="connsiteY1" fmla="*/ 61155 h 122310"/>
                <a:gd name="connsiteX2" fmla="*/ 61155 w 122310"/>
                <a:gd name="connsiteY2" fmla="*/ 0 h 122310"/>
                <a:gd name="connsiteX3" fmla="*/ 122310 w 122310"/>
                <a:gd name="connsiteY3" fmla="*/ 61155 h 122310"/>
                <a:gd name="connsiteX4" fmla="*/ 61155 w 122310"/>
                <a:gd name="connsiteY4" fmla="*/ 122310 h 122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310" h="122310">
                  <a:moveTo>
                    <a:pt x="61155" y="122310"/>
                  </a:moveTo>
                  <a:cubicBezTo>
                    <a:pt x="27389" y="122310"/>
                    <a:pt x="0" y="94988"/>
                    <a:pt x="0" y="61155"/>
                  </a:cubicBezTo>
                  <a:cubicBezTo>
                    <a:pt x="0" y="27322"/>
                    <a:pt x="27389" y="0"/>
                    <a:pt x="61155" y="0"/>
                  </a:cubicBezTo>
                  <a:cubicBezTo>
                    <a:pt x="94921" y="0"/>
                    <a:pt x="122310" y="27322"/>
                    <a:pt x="122310" y="61155"/>
                  </a:cubicBezTo>
                  <a:cubicBezTo>
                    <a:pt x="122310" y="94988"/>
                    <a:pt x="94989" y="122310"/>
                    <a:pt x="61155" y="12231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28E5CA8-F096-6300-DE3E-061514FE41F3}"/>
                </a:ext>
              </a:extLst>
            </p:cNvPr>
            <p:cNvSpPr/>
            <p:nvPr/>
          </p:nvSpPr>
          <p:spPr>
            <a:xfrm>
              <a:off x="4514469" y="1517478"/>
              <a:ext cx="49138" cy="49138"/>
            </a:xfrm>
            <a:custGeom>
              <a:avLst/>
              <a:gdLst>
                <a:gd name="connsiteX0" fmla="*/ 49139 w 49138"/>
                <a:gd name="connsiteY0" fmla="*/ 24569 h 49138"/>
                <a:gd name="connsiteX1" fmla="*/ 24570 w 49138"/>
                <a:gd name="connsiteY1" fmla="*/ 49139 h 49138"/>
                <a:gd name="connsiteX2" fmla="*/ 0 w 49138"/>
                <a:gd name="connsiteY2" fmla="*/ 24569 h 49138"/>
                <a:gd name="connsiteX3" fmla="*/ 24570 w 49138"/>
                <a:gd name="connsiteY3" fmla="*/ 0 h 49138"/>
                <a:gd name="connsiteX4" fmla="*/ 49139 w 49138"/>
                <a:gd name="connsiteY4" fmla="*/ 24569 h 49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8" h="49138">
                  <a:moveTo>
                    <a:pt x="49139" y="24569"/>
                  </a:moveTo>
                  <a:cubicBezTo>
                    <a:pt x="49139" y="38139"/>
                    <a:pt x="38139" y="49139"/>
                    <a:pt x="24570" y="49139"/>
                  </a:cubicBezTo>
                  <a:cubicBezTo>
                    <a:pt x="11000" y="49139"/>
                    <a:pt x="0" y="38139"/>
                    <a:pt x="0" y="24569"/>
                  </a:cubicBezTo>
                  <a:cubicBezTo>
                    <a:pt x="0" y="11000"/>
                    <a:pt x="11000" y="0"/>
                    <a:pt x="24570" y="0"/>
                  </a:cubicBezTo>
                  <a:cubicBezTo>
                    <a:pt x="38139" y="0"/>
                    <a:pt x="49139" y="11000"/>
                    <a:pt x="49139" y="245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850D47D-9D65-917A-E24C-38B9BF40C78F}"/>
                </a:ext>
              </a:extLst>
            </p:cNvPr>
            <p:cNvSpPr/>
            <p:nvPr/>
          </p:nvSpPr>
          <p:spPr>
            <a:xfrm>
              <a:off x="4270183" y="1526607"/>
              <a:ext cx="30879" cy="30879"/>
            </a:xfrm>
            <a:custGeom>
              <a:avLst/>
              <a:gdLst>
                <a:gd name="connsiteX0" fmla="*/ 30880 w 30879"/>
                <a:gd name="connsiteY0" fmla="*/ 15440 h 30879"/>
                <a:gd name="connsiteX1" fmla="*/ 15440 w 30879"/>
                <a:gd name="connsiteY1" fmla="*/ 30880 h 30879"/>
                <a:gd name="connsiteX2" fmla="*/ 0 w 30879"/>
                <a:gd name="connsiteY2" fmla="*/ 15440 h 30879"/>
                <a:gd name="connsiteX3" fmla="*/ 15440 w 30879"/>
                <a:gd name="connsiteY3" fmla="*/ 0 h 30879"/>
                <a:gd name="connsiteX4" fmla="*/ 30880 w 30879"/>
                <a:gd name="connsiteY4" fmla="*/ 15440 h 30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79" h="30879">
                  <a:moveTo>
                    <a:pt x="30880" y="15440"/>
                  </a:moveTo>
                  <a:cubicBezTo>
                    <a:pt x="30880" y="23967"/>
                    <a:pt x="23967" y="30880"/>
                    <a:pt x="15440" y="30880"/>
                  </a:cubicBezTo>
                  <a:cubicBezTo>
                    <a:pt x="6913" y="30880"/>
                    <a:pt x="0" y="23967"/>
                    <a:pt x="0" y="15440"/>
                  </a:cubicBezTo>
                  <a:cubicBezTo>
                    <a:pt x="0" y="6913"/>
                    <a:pt x="6913" y="0"/>
                    <a:pt x="15440" y="0"/>
                  </a:cubicBezTo>
                  <a:cubicBezTo>
                    <a:pt x="23967" y="0"/>
                    <a:pt x="30880" y="6913"/>
                    <a:pt x="30880" y="1544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7D1C34-4869-5D80-7241-365B4832A6EB}"/>
                </a:ext>
              </a:extLst>
            </p:cNvPr>
            <p:cNvSpPr/>
            <p:nvPr/>
          </p:nvSpPr>
          <p:spPr>
            <a:xfrm>
              <a:off x="4009719" y="1519559"/>
              <a:ext cx="44976" cy="44976"/>
            </a:xfrm>
            <a:custGeom>
              <a:avLst/>
              <a:gdLst>
                <a:gd name="connsiteX0" fmla="*/ 44977 w 44976"/>
                <a:gd name="connsiteY0" fmla="*/ 22488 h 44976"/>
                <a:gd name="connsiteX1" fmla="*/ 22489 w 44976"/>
                <a:gd name="connsiteY1" fmla="*/ 44977 h 44976"/>
                <a:gd name="connsiteX2" fmla="*/ 0 w 44976"/>
                <a:gd name="connsiteY2" fmla="*/ 22488 h 44976"/>
                <a:gd name="connsiteX3" fmla="*/ 22489 w 44976"/>
                <a:gd name="connsiteY3" fmla="*/ 0 h 44976"/>
                <a:gd name="connsiteX4" fmla="*/ 44977 w 44976"/>
                <a:gd name="connsiteY4" fmla="*/ 22488 h 44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976" h="44976">
                  <a:moveTo>
                    <a:pt x="44977" y="22488"/>
                  </a:moveTo>
                  <a:cubicBezTo>
                    <a:pt x="44977" y="34908"/>
                    <a:pt x="34909" y="44977"/>
                    <a:pt x="22489" y="44977"/>
                  </a:cubicBezTo>
                  <a:cubicBezTo>
                    <a:pt x="10069" y="44977"/>
                    <a:pt x="0" y="34908"/>
                    <a:pt x="0" y="22488"/>
                  </a:cubicBezTo>
                  <a:cubicBezTo>
                    <a:pt x="0" y="10068"/>
                    <a:pt x="10069" y="0"/>
                    <a:pt x="22489" y="0"/>
                  </a:cubicBezTo>
                  <a:cubicBezTo>
                    <a:pt x="34909" y="0"/>
                    <a:pt x="44977" y="10068"/>
                    <a:pt x="44977" y="224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35D1B1-74E6-6317-B08F-5B0B53F0BDDC}"/>
                </a:ext>
              </a:extLst>
            </p:cNvPr>
            <p:cNvSpPr/>
            <p:nvPr/>
          </p:nvSpPr>
          <p:spPr>
            <a:xfrm>
              <a:off x="3766105" y="1529360"/>
              <a:ext cx="25374" cy="25374"/>
            </a:xfrm>
            <a:custGeom>
              <a:avLst/>
              <a:gdLst>
                <a:gd name="connsiteX0" fmla="*/ 25375 w 25374"/>
                <a:gd name="connsiteY0" fmla="*/ 12687 h 25374"/>
                <a:gd name="connsiteX1" fmla="*/ 12687 w 25374"/>
                <a:gd name="connsiteY1" fmla="*/ 25375 h 25374"/>
                <a:gd name="connsiteX2" fmla="*/ 0 w 25374"/>
                <a:gd name="connsiteY2" fmla="*/ 12687 h 25374"/>
                <a:gd name="connsiteX3" fmla="*/ 12687 w 25374"/>
                <a:gd name="connsiteY3" fmla="*/ 0 h 25374"/>
                <a:gd name="connsiteX4" fmla="*/ 25375 w 25374"/>
                <a:gd name="connsiteY4" fmla="*/ 12687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7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7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029EFE0-DB7D-67E2-B044-3E7C799D3866}"/>
                </a:ext>
              </a:extLst>
            </p:cNvPr>
            <p:cNvSpPr/>
            <p:nvPr/>
          </p:nvSpPr>
          <p:spPr>
            <a:xfrm>
              <a:off x="5992803" y="1728736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9B084B6-C27A-FEBD-0B8E-1224A4291179}"/>
                </a:ext>
              </a:extLst>
            </p:cNvPr>
            <p:cNvSpPr/>
            <p:nvPr/>
          </p:nvSpPr>
          <p:spPr>
            <a:xfrm>
              <a:off x="5732339" y="1721686"/>
              <a:ext cx="147552" cy="147550"/>
            </a:xfrm>
            <a:custGeom>
              <a:avLst/>
              <a:gdLst>
                <a:gd name="connsiteX0" fmla="*/ 73775 w 147551"/>
                <a:gd name="connsiteY0" fmla="*/ 147551 h 147550"/>
                <a:gd name="connsiteX1" fmla="*/ 0 w 147551"/>
                <a:gd name="connsiteY1" fmla="*/ 73775 h 147550"/>
                <a:gd name="connsiteX2" fmla="*/ 73775 w 147551"/>
                <a:gd name="connsiteY2" fmla="*/ 0 h 147550"/>
                <a:gd name="connsiteX3" fmla="*/ 147551 w 147551"/>
                <a:gd name="connsiteY3" fmla="*/ 73775 h 147550"/>
                <a:gd name="connsiteX4" fmla="*/ 73775 w 147551"/>
                <a:gd name="connsiteY4" fmla="*/ 147551 h 147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551" h="147550">
                  <a:moveTo>
                    <a:pt x="73775" y="147551"/>
                  </a:moveTo>
                  <a:cubicBezTo>
                    <a:pt x="33028" y="147551"/>
                    <a:pt x="0" y="114523"/>
                    <a:pt x="0" y="73775"/>
                  </a:cubicBezTo>
                  <a:cubicBezTo>
                    <a:pt x="0" y="33028"/>
                    <a:pt x="33028" y="0"/>
                    <a:pt x="73775" y="0"/>
                  </a:cubicBezTo>
                  <a:cubicBezTo>
                    <a:pt x="114523" y="0"/>
                    <a:pt x="147551" y="33028"/>
                    <a:pt x="147551" y="73775"/>
                  </a:cubicBezTo>
                  <a:cubicBezTo>
                    <a:pt x="147551" y="114523"/>
                    <a:pt x="114523" y="147551"/>
                    <a:pt x="73775" y="14755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CFB2049-282F-DA06-DCEC-FF12120C8659}"/>
                </a:ext>
              </a:extLst>
            </p:cNvPr>
            <p:cNvSpPr/>
            <p:nvPr/>
          </p:nvSpPr>
          <p:spPr>
            <a:xfrm>
              <a:off x="5499264" y="1742026"/>
              <a:ext cx="106871" cy="106870"/>
            </a:xfrm>
            <a:custGeom>
              <a:avLst/>
              <a:gdLst>
                <a:gd name="connsiteX0" fmla="*/ 53435 w 106870"/>
                <a:gd name="connsiteY0" fmla="*/ 106870 h 106870"/>
                <a:gd name="connsiteX1" fmla="*/ 0 w 106870"/>
                <a:gd name="connsiteY1" fmla="*/ 53435 h 106870"/>
                <a:gd name="connsiteX2" fmla="*/ 53435 w 106870"/>
                <a:gd name="connsiteY2" fmla="*/ 0 h 106870"/>
                <a:gd name="connsiteX3" fmla="*/ 106870 w 106870"/>
                <a:gd name="connsiteY3" fmla="*/ 53435 h 106870"/>
                <a:gd name="connsiteX4" fmla="*/ 53435 w 106870"/>
                <a:gd name="connsiteY4" fmla="*/ 106870 h 10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70" h="106870">
                  <a:moveTo>
                    <a:pt x="53435" y="106870"/>
                  </a:moveTo>
                  <a:cubicBezTo>
                    <a:pt x="23898" y="106870"/>
                    <a:pt x="0" y="82972"/>
                    <a:pt x="0" y="53435"/>
                  </a:cubicBezTo>
                  <a:cubicBezTo>
                    <a:pt x="0" y="23898"/>
                    <a:pt x="23898" y="0"/>
                    <a:pt x="53435" y="0"/>
                  </a:cubicBezTo>
                  <a:cubicBezTo>
                    <a:pt x="82972" y="0"/>
                    <a:pt x="106870" y="23898"/>
                    <a:pt x="106870" y="53435"/>
                  </a:cubicBezTo>
                  <a:cubicBezTo>
                    <a:pt x="106870" y="82972"/>
                    <a:pt x="82972" y="106870"/>
                    <a:pt x="53435" y="10687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AAEA7E9-A11B-F1E9-5167-232746827FD7}"/>
                </a:ext>
              </a:extLst>
            </p:cNvPr>
            <p:cNvSpPr/>
            <p:nvPr/>
          </p:nvSpPr>
          <p:spPr>
            <a:xfrm>
              <a:off x="5251488" y="1747665"/>
              <a:ext cx="95592" cy="95592"/>
            </a:xfrm>
            <a:custGeom>
              <a:avLst/>
              <a:gdLst>
                <a:gd name="connsiteX0" fmla="*/ 95593 w 95592"/>
                <a:gd name="connsiteY0" fmla="*/ 47796 h 95592"/>
                <a:gd name="connsiteX1" fmla="*/ 47796 w 95592"/>
                <a:gd name="connsiteY1" fmla="*/ 95593 h 95592"/>
                <a:gd name="connsiteX2" fmla="*/ 0 w 95592"/>
                <a:gd name="connsiteY2" fmla="*/ 47796 h 95592"/>
                <a:gd name="connsiteX3" fmla="*/ 47796 w 95592"/>
                <a:gd name="connsiteY3" fmla="*/ 0 h 95592"/>
                <a:gd name="connsiteX4" fmla="*/ 95593 w 95592"/>
                <a:gd name="connsiteY4" fmla="*/ 47796 h 95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592" h="95592">
                  <a:moveTo>
                    <a:pt x="95593" y="47796"/>
                  </a:moveTo>
                  <a:cubicBezTo>
                    <a:pt x="95593" y="74193"/>
                    <a:pt x="74194" y="95593"/>
                    <a:pt x="47796" y="95593"/>
                  </a:cubicBezTo>
                  <a:cubicBezTo>
                    <a:pt x="21399" y="95593"/>
                    <a:pt x="0" y="74194"/>
                    <a:pt x="0" y="47796"/>
                  </a:cubicBezTo>
                  <a:cubicBezTo>
                    <a:pt x="0" y="21399"/>
                    <a:pt x="21399" y="0"/>
                    <a:pt x="47796" y="0"/>
                  </a:cubicBezTo>
                  <a:cubicBezTo>
                    <a:pt x="74194" y="0"/>
                    <a:pt x="95593" y="21399"/>
                    <a:pt x="95593" y="4779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9B4AD528-9A55-7E73-CB48-AFBC42D2D366}"/>
                </a:ext>
              </a:extLst>
            </p:cNvPr>
            <p:cNvSpPr/>
            <p:nvPr/>
          </p:nvSpPr>
          <p:spPr>
            <a:xfrm>
              <a:off x="4990353" y="1739945"/>
              <a:ext cx="111032" cy="111032"/>
            </a:xfrm>
            <a:custGeom>
              <a:avLst/>
              <a:gdLst>
                <a:gd name="connsiteX0" fmla="*/ 55516 w 111032"/>
                <a:gd name="connsiteY0" fmla="*/ 111032 h 111032"/>
                <a:gd name="connsiteX1" fmla="*/ 0 w 111032"/>
                <a:gd name="connsiteY1" fmla="*/ 55516 h 111032"/>
                <a:gd name="connsiteX2" fmla="*/ 55516 w 111032"/>
                <a:gd name="connsiteY2" fmla="*/ 0 h 111032"/>
                <a:gd name="connsiteX3" fmla="*/ 111032 w 111032"/>
                <a:gd name="connsiteY3" fmla="*/ 55516 h 111032"/>
                <a:gd name="connsiteX4" fmla="*/ 55516 w 111032"/>
                <a:gd name="connsiteY4" fmla="*/ 111032 h 111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032" h="111032">
                  <a:moveTo>
                    <a:pt x="55516" y="111032"/>
                  </a:moveTo>
                  <a:cubicBezTo>
                    <a:pt x="24838" y="111032"/>
                    <a:pt x="0" y="86194"/>
                    <a:pt x="0" y="55516"/>
                  </a:cubicBezTo>
                  <a:cubicBezTo>
                    <a:pt x="0" y="24838"/>
                    <a:pt x="24838" y="0"/>
                    <a:pt x="55516" y="0"/>
                  </a:cubicBezTo>
                  <a:cubicBezTo>
                    <a:pt x="86194" y="0"/>
                    <a:pt x="111032" y="24838"/>
                    <a:pt x="111032" y="55516"/>
                  </a:cubicBezTo>
                  <a:cubicBezTo>
                    <a:pt x="111032" y="86194"/>
                    <a:pt x="86127" y="111032"/>
                    <a:pt x="55516" y="111032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823313-CBD7-0C46-E0E1-4746EA53ABB1}"/>
                </a:ext>
              </a:extLst>
            </p:cNvPr>
            <p:cNvSpPr/>
            <p:nvPr/>
          </p:nvSpPr>
          <p:spPr>
            <a:xfrm>
              <a:off x="4765065" y="1768073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2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23129EA2-76A8-73AC-2F0C-2D3C0FA5ED7D}"/>
                </a:ext>
              </a:extLst>
            </p:cNvPr>
            <p:cNvSpPr/>
            <p:nvPr/>
          </p:nvSpPr>
          <p:spPr>
            <a:xfrm>
              <a:off x="4531318" y="1787742"/>
              <a:ext cx="15439" cy="15439"/>
            </a:xfrm>
            <a:custGeom>
              <a:avLst/>
              <a:gdLst>
                <a:gd name="connsiteX0" fmla="*/ 15440 w 15439"/>
                <a:gd name="connsiteY0" fmla="*/ 7720 h 15439"/>
                <a:gd name="connsiteX1" fmla="*/ 7720 w 15439"/>
                <a:gd name="connsiteY1" fmla="*/ 15440 h 15439"/>
                <a:gd name="connsiteX2" fmla="*/ 0 w 15439"/>
                <a:gd name="connsiteY2" fmla="*/ 7720 h 15439"/>
                <a:gd name="connsiteX3" fmla="*/ 7720 w 15439"/>
                <a:gd name="connsiteY3" fmla="*/ 0 h 15439"/>
                <a:gd name="connsiteX4" fmla="*/ 15440 w 15439"/>
                <a:gd name="connsiteY4" fmla="*/ 7720 h 1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39" h="15439">
                  <a:moveTo>
                    <a:pt x="15440" y="7720"/>
                  </a:moveTo>
                  <a:cubicBezTo>
                    <a:pt x="15440" y="11983"/>
                    <a:pt x="11983" y="15440"/>
                    <a:pt x="7720" y="15440"/>
                  </a:cubicBezTo>
                  <a:cubicBezTo>
                    <a:pt x="3456" y="15440"/>
                    <a:pt x="0" y="11984"/>
                    <a:pt x="0" y="7720"/>
                  </a:cubicBezTo>
                  <a:cubicBezTo>
                    <a:pt x="0" y="3456"/>
                    <a:pt x="3456" y="0"/>
                    <a:pt x="7720" y="0"/>
                  </a:cubicBezTo>
                  <a:cubicBezTo>
                    <a:pt x="11983" y="0"/>
                    <a:pt x="15440" y="3456"/>
                    <a:pt x="15440" y="77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FC6F3C5-22FC-1CC4-EC13-5AAF24148298}"/>
                </a:ext>
              </a:extLst>
            </p:cNvPr>
            <p:cNvSpPr/>
            <p:nvPr/>
          </p:nvSpPr>
          <p:spPr>
            <a:xfrm>
              <a:off x="4258906" y="1768745"/>
              <a:ext cx="53435" cy="53435"/>
            </a:xfrm>
            <a:custGeom>
              <a:avLst/>
              <a:gdLst>
                <a:gd name="connsiteX0" fmla="*/ 53435 w 53435"/>
                <a:gd name="connsiteY0" fmla="*/ 26718 h 53435"/>
                <a:gd name="connsiteX1" fmla="*/ 26718 w 53435"/>
                <a:gd name="connsiteY1" fmla="*/ 53435 h 53435"/>
                <a:gd name="connsiteX2" fmla="*/ 0 w 53435"/>
                <a:gd name="connsiteY2" fmla="*/ 26718 h 53435"/>
                <a:gd name="connsiteX3" fmla="*/ 26718 w 53435"/>
                <a:gd name="connsiteY3" fmla="*/ 0 h 53435"/>
                <a:gd name="connsiteX4" fmla="*/ 53435 w 53435"/>
                <a:gd name="connsiteY4" fmla="*/ 26718 h 5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435" h="53435">
                  <a:moveTo>
                    <a:pt x="53435" y="26718"/>
                  </a:moveTo>
                  <a:cubicBezTo>
                    <a:pt x="53435" y="41473"/>
                    <a:pt x="41473" y="53435"/>
                    <a:pt x="26718" y="53435"/>
                  </a:cubicBezTo>
                  <a:cubicBezTo>
                    <a:pt x="11962" y="53435"/>
                    <a:pt x="0" y="41473"/>
                    <a:pt x="0" y="26718"/>
                  </a:cubicBezTo>
                  <a:cubicBezTo>
                    <a:pt x="0" y="11962"/>
                    <a:pt x="11962" y="0"/>
                    <a:pt x="26718" y="0"/>
                  </a:cubicBezTo>
                  <a:cubicBezTo>
                    <a:pt x="41474" y="0"/>
                    <a:pt x="53435" y="11962"/>
                    <a:pt x="53435" y="2671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A52317B-C620-44DB-2BD6-5CFAA55AF889}"/>
                </a:ext>
              </a:extLst>
            </p:cNvPr>
            <p:cNvSpPr/>
            <p:nvPr/>
          </p:nvSpPr>
          <p:spPr>
            <a:xfrm>
              <a:off x="4009048" y="1772303"/>
              <a:ext cx="46319" cy="46319"/>
            </a:xfrm>
            <a:custGeom>
              <a:avLst/>
              <a:gdLst>
                <a:gd name="connsiteX0" fmla="*/ 46319 w 46319"/>
                <a:gd name="connsiteY0" fmla="*/ 23160 h 46319"/>
                <a:gd name="connsiteX1" fmla="*/ 23160 w 46319"/>
                <a:gd name="connsiteY1" fmla="*/ 46319 h 46319"/>
                <a:gd name="connsiteX2" fmla="*/ 0 w 46319"/>
                <a:gd name="connsiteY2" fmla="*/ 23160 h 46319"/>
                <a:gd name="connsiteX3" fmla="*/ 23160 w 46319"/>
                <a:gd name="connsiteY3" fmla="*/ 0 h 46319"/>
                <a:gd name="connsiteX4" fmla="*/ 46319 w 46319"/>
                <a:gd name="connsiteY4" fmla="*/ 23160 h 46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6319" h="46319">
                  <a:moveTo>
                    <a:pt x="46319" y="23160"/>
                  </a:moveTo>
                  <a:cubicBezTo>
                    <a:pt x="46319" y="35950"/>
                    <a:pt x="35950" y="46319"/>
                    <a:pt x="23160" y="46319"/>
                  </a:cubicBezTo>
                  <a:cubicBezTo>
                    <a:pt x="10369" y="46319"/>
                    <a:pt x="0" y="35950"/>
                    <a:pt x="0" y="23160"/>
                  </a:cubicBezTo>
                  <a:cubicBezTo>
                    <a:pt x="0" y="10369"/>
                    <a:pt x="10369" y="0"/>
                    <a:pt x="23160" y="0"/>
                  </a:cubicBezTo>
                  <a:cubicBezTo>
                    <a:pt x="35950" y="0"/>
                    <a:pt x="46319" y="10369"/>
                    <a:pt x="46319" y="2316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FB29AE7-7DB4-FE6D-35F2-4A9824501AA4}"/>
                </a:ext>
              </a:extLst>
            </p:cNvPr>
            <p:cNvSpPr/>
            <p:nvPr/>
          </p:nvSpPr>
          <p:spPr>
            <a:xfrm>
              <a:off x="5989984" y="1979196"/>
              <a:ext cx="139160" cy="139226"/>
            </a:xfrm>
            <a:custGeom>
              <a:avLst/>
              <a:gdLst>
                <a:gd name="connsiteX0" fmla="*/ 69546 w 139159"/>
                <a:gd name="connsiteY0" fmla="*/ 139227 h 139226"/>
                <a:gd name="connsiteX1" fmla="*/ 0 w 139159"/>
                <a:gd name="connsiteY1" fmla="*/ 69613 h 139226"/>
                <a:gd name="connsiteX2" fmla="*/ 69546 w 139159"/>
                <a:gd name="connsiteY2" fmla="*/ 0 h 139226"/>
                <a:gd name="connsiteX3" fmla="*/ 139160 w 139159"/>
                <a:gd name="connsiteY3" fmla="*/ 69613 h 139226"/>
                <a:gd name="connsiteX4" fmla="*/ 69546 w 139159"/>
                <a:gd name="connsiteY4" fmla="*/ 139227 h 139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9159" h="139226">
                  <a:moveTo>
                    <a:pt x="69546" y="139227"/>
                  </a:moveTo>
                  <a:cubicBezTo>
                    <a:pt x="31148" y="139227"/>
                    <a:pt x="0" y="108079"/>
                    <a:pt x="0" y="69613"/>
                  </a:cubicBezTo>
                  <a:cubicBezTo>
                    <a:pt x="0" y="31148"/>
                    <a:pt x="31148" y="0"/>
                    <a:pt x="69546" y="0"/>
                  </a:cubicBezTo>
                  <a:cubicBezTo>
                    <a:pt x="107945" y="0"/>
                    <a:pt x="139160" y="31148"/>
                    <a:pt x="139160" y="69613"/>
                  </a:cubicBezTo>
                  <a:cubicBezTo>
                    <a:pt x="139160" y="108079"/>
                    <a:pt x="108012" y="139227"/>
                    <a:pt x="69546" y="13922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8130639B-ED32-BD63-9F6A-C9A7246D9D96}"/>
                </a:ext>
              </a:extLst>
            </p:cNvPr>
            <p:cNvSpPr/>
            <p:nvPr/>
          </p:nvSpPr>
          <p:spPr>
            <a:xfrm>
              <a:off x="5758990" y="2001685"/>
              <a:ext cx="94249" cy="94249"/>
            </a:xfrm>
            <a:custGeom>
              <a:avLst/>
              <a:gdLst>
                <a:gd name="connsiteX0" fmla="*/ 47125 w 94249"/>
                <a:gd name="connsiteY0" fmla="*/ 94250 h 94249"/>
                <a:gd name="connsiteX1" fmla="*/ 0 w 94249"/>
                <a:gd name="connsiteY1" fmla="*/ 47125 h 94249"/>
                <a:gd name="connsiteX2" fmla="*/ 47125 w 94249"/>
                <a:gd name="connsiteY2" fmla="*/ 0 h 94249"/>
                <a:gd name="connsiteX3" fmla="*/ 94250 w 94249"/>
                <a:gd name="connsiteY3" fmla="*/ 47125 h 94249"/>
                <a:gd name="connsiteX4" fmla="*/ 47125 w 94249"/>
                <a:gd name="connsiteY4" fmla="*/ 94250 h 94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249" h="94249">
                  <a:moveTo>
                    <a:pt x="47125" y="94250"/>
                  </a:moveTo>
                  <a:cubicBezTo>
                    <a:pt x="21146" y="94250"/>
                    <a:pt x="0" y="73171"/>
                    <a:pt x="0" y="47125"/>
                  </a:cubicBezTo>
                  <a:cubicBezTo>
                    <a:pt x="0" y="21079"/>
                    <a:pt x="21146" y="0"/>
                    <a:pt x="47125" y="0"/>
                  </a:cubicBezTo>
                  <a:cubicBezTo>
                    <a:pt x="73104" y="0"/>
                    <a:pt x="94250" y="21079"/>
                    <a:pt x="94250" y="47125"/>
                  </a:cubicBezTo>
                  <a:cubicBezTo>
                    <a:pt x="94250" y="73171"/>
                    <a:pt x="73171" y="94250"/>
                    <a:pt x="47125" y="9425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483B9E39-2476-17F2-FE2E-C99699DC57F2}"/>
                </a:ext>
              </a:extLst>
            </p:cNvPr>
            <p:cNvSpPr/>
            <p:nvPr/>
          </p:nvSpPr>
          <p:spPr>
            <a:xfrm>
              <a:off x="5485233" y="1981411"/>
              <a:ext cx="134931" cy="134931"/>
            </a:xfrm>
            <a:custGeom>
              <a:avLst/>
              <a:gdLst>
                <a:gd name="connsiteX0" fmla="*/ 67465 w 134930"/>
                <a:gd name="connsiteY0" fmla="*/ 134931 h 134930"/>
                <a:gd name="connsiteX1" fmla="*/ 0 w 134930"/>
                <a:gd name="connsiteY1" fmla="*/ 67465 h 134930"/>
                <a:gd name="connsiteX2" fmla="*/ 67465 w 134930"/>
                <a:gd name="connsiteY2" fmla="*/ 0 h 134930"/>
                <a:gd name="connsiteX3" fmla="*/ 134931 w 134930"/>
                <a:gd name="connsiteY3" fmla="*/ 67465 h 134930"/>
                <a:gd name="connsiteX4" fmla="*/ 67465 w 134930"/>
                <a:gd name="connsiteY4" fmla="*/ 134931 h 134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930" h="134930">
                  <a:moveTo>
                    <a:pt x="67465" y="134931"/>
                  </a:moveTo>
                  <a:cubicBezTo>
                    <a:pt x="30208" y="134931"/>
                    <a:pt x="0" y="104722"/>
                    <a:pt x="0" y="67465"/>
                  </a:cubicBezTo>
                  <a:cubicBezTo>
                    <a:pt x="0" y="30208"/>
                    <a:pt x="30208" y="0"/>
                    <a:pt x="67465" y="0"/>
                  </a:cubicBezTo>
                  <a:cubicBezTo>
                    <a:pt x="104722" y="0"/>
                    <a:pt x="134931" y="30208"/>
                    <a:pt x="134931" y="67465"/>
                  </a:cubicBezTo>
                  <a:cubicBezTo>
                    <a:pt x="134931" y="104722"/>
                    <a:pt x="104722" y="134931"/>
                    <a:pt x="67465" y="134931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E5A110A-45FD-972B-00F3-CD0311CAF5B6}"/>
                </a:ext>
              </a:extLst>
            </p:cNvPr>
            <p:cNvSpPr/>
            <p:nvPr/>
          </p:nvSpPr>
          <p:spPr>
            <a:xfrm>
              <a:off x="5264847" y="2014372"/>
              <a:ext cx="68875" cy="68874"/>
            </a:xfrm>
            <a:custGeom>
              <a:avLst/>
              <a:gdLst>
                <a:gd name="connsiteX0" fmla="*/ 34437 w 68874"/>
                <a:gd name="connsiteY0" fmla="*/ 68875 h 68874"/>
                <a:gd name="connsiteX1" fmla="*/ 0 w 68874"/>
                <a:gd name="connsiteY1" fmla="*/ 34437 h 68874"/>
                <a:gd name="connsiteX2" fmla="*/ 34437 w 68874"/>
                <a:gd name="connsiteY2" fmla="*/ 0 h 68874"/>
                <a:gd name="connsiteX3" fmla="*/ 68875 w 68874"/>
                <a:gd name="connsiteY3" fmla="*/ 34437 h 68874"/>
                <a:gd name="connsiteX4" fmla="*/ 34437 w 68874"/>
                <a:gd name="connsiteY4" fmla="*/ 68875 h 68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4">
                  <a:moveTo>
                    <a:pt x="34437" y="68875"/>
                  </a:moveTo>
                  <a:cubicBezTo>
                    <a:pt x="15440" y="68875"/>
                    <a:pt x="0" y="53435"/>
                    <a:pt x="0" y="34437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7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E52023B-EE0D-DFC6-1061-ADFC42612E64}"/>
                </a:ext>
              </a:extLst>
            </p:cNvPr>
            <p:cNvSpPr/>
            <p:nvPr/>
          </p:nvSpPr>
          <p:spPr>
            <a:xfrm>
              <a:off x="5013578" y="2016587"/>
              <a:ext cx="64579" cy="64578"/>
            </a:xfrm>
            <a:custGeom>
              <a:avLst/>
              <a:gdLst>
                <a:gd name="connsiteX0" fmla="*/ 32289 w 64579"/>
                <a:gd name="connsiteY0" fmla="*/ 64579 h 64578"/>
                <a:gd name="connsiteX1" fmla="*/ 0 w 64579"/>
                <a:gd name="connsiteY1" fmla="*/ 32289 h 64578"/>
                <a:gd name="connsiteX2" fmla="*/ 32289 w 64579"/>
                <a:gd name="connsiteY2" fmla="*/ 0 h 64578"/>
                <a:gd name="connsiteX3" fmla="*/ 64579 w 64579"/>
                <a:gd name="connsiteY3" fmla="*/ 32289 h 64578"/>
                <a:gd name="connsiteX4" fmla="*/ 32289 w 64579"/>
                <a:gd name="connsiteY4" fmla="*/ 64579 h 6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579" h="64578">
                  <a:moveTo>
                    <a:pt x="32289" y="64579"/>
                  </a:moveTo>
                  <a:cubicBezTo>
                    <a:pt x="14433" y="64579"/>
                    <a:pt x="0" y="50146"/>
                    <a:pt x="0" y="32289"/>
                  </a:cubicBezTo>
                  <a:cubicBezTo>
                    <a:pt x="0" y="14433"/>
                    <a:pt x="14500" y="0"/>
                    <a:pt x="32289" y="0"/>
                  </a:cubicBezTo>
                  <a:cubicBezTo>
                    <a:pt x="50079" y="0"/>
                    <a:pt x="64579" y="14433"/>
                    <a:pt x="64579" y="32289"/>
                  </a:cubicBezTo>
                  <a:cubicBezTo>
                    <a:pt x="64579" y="50146"/>
                    <a:pt x="50079" y="64579"/>
                    <a:pt x="32289" y="6457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FACAA8B4-46C0-AE73-0752-4E7AC1293ED0}"/>
                </a:ext>
              </a:extLst>
            </p:cNvPr>
            <p:cNvSpPr/>
            <p:nvPr/>
          </p:nvSpPr>
          <p:spPr>
            <a:xfrm>
              <a:off x="4762244" y="2018668"/>
              <a:ext cx="60417" cy="60416"/>
            </a:xfrm>
            <a:custGeom>
              <a:avLst/>
              <a:gdLst>
                <a:gd name="connsiteX0" fmla="*/ 30208 w 60416"/>
                <a:gd name="connsiteY0" fmla="*/ 60417 h 60416"/>
                <a:gd name="connsiteX1" fmla="*/ 0 w 60416"/>
                <a:gd name="connsiteY1" fmla="*/ 30208 h 60416"/>
                <a:gd name="connsiteX2" fmla="*/ 30208 w 60416"/>
                <a:gd name="connsiteY2" fmla="*/ 0 h 60416"/>
                <a:gd name="connsiteX3" fmla="*/ 60417 w 60416"/>
                <a:gd name="connsiteY3" fmla="*/ 30208 h 60416"/>
                <a:gd name="connsiteX4" fmla="*/ 30208 w 60416"/>
                <a:gd name="connsiteY4" fmla="*/ 60417 h 6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416" h="60416">
                  <a:moveTo>
                    <a:pt x="30208" y="60417"/>
                  </a:moveTo>
                  <a:cubicBezTo>
                    <a:pt x="13493" y="60417"/>
                    <a:pt x="0" y="46924"/>
                    <a:pt x="0" y="30208"/>
                  </a:cubicBezTo>
                  <a:cubicBezTo>
                    <a:pt x="0" y="13493"/>
                    <a:pt x="13493" y="0"/>
                    <a:pt x="30208" y="0"/>
                  </a:cubicBezTo>
                  <a:cubicBezTo>
                    <a:pt x="46924" y="0"/>
                    <a:pt x="60417" y="13493"/>
                    <a:pt x="60417" y="30208"/>
                  </a:cubicBezTo>
                  <a:cubicBezTo>
                    <a:pt x="60417" y="46924"/>
                    <a:pt x="46924" y="60417"/>
                    <a:pt x="30208" y="6041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0D178D0-B646-E1B1-D493-45F47D8BC901}"/>
                </a:ext>
              </a:extLst>
            </p:cNvPr>
            <p:cNvSpPr/>
            <p:nvPr/>
          </p:nvSpPr>
          <p:spPr>
            <a:xfrm>
              <a:off x="4526351" y="2036190"/>
              <a:ext cx="25374" cy="25374"/>
            </a:xfrm>
            <a:custGeom>
              <a:avLst/>
              <a:gdLst>
                <a:gd name="connsiteX0" fmla="*/ 25375 w 25374"/>
                <a:gd name="connsiteY0" fmla="*/ 12688 h 25374"/>
                <a:gd name="connsiteX1" fmla="*/ 12687 w 25374"/>
                <a:gd name="connsiteY1" fmla="*/ 25375 h 25374"/>
                <a:gd name="connsiteX2" fmla="*/ 0 w 25374"/>
                <a:gd name="connsiteY2" fmla="*/ 12688 h 25374"/>
                <a:gd name="connsiteX3" fmla="*/ 12687 w 25374"/>
                <a:gd name="connsiteY3" fmla="*/ 0 h 25374"/>
                <a:gd name="connsiteX4" fmla="*/ 25375 w 25374"/>
                <a:gd name="connsiteY4" fmla="*/ 12688 h 25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374" h="25374">
                  <a:moveTo>
                    <a:pt x="25375" y="12688"/>
                  </a:moveTo>
                  <a:cubicBezTo>
                    <a:pt x="25375" y="19695"/>
                    <a:pt x="19694" y="25375"/>
                    <a:pt x="12687" y="25375"/>
                  </a:cubicBezTo>
                  <a:cubicBezTo>
                    <a:pt x="5680" y="25375"/>
                    <a:pt x="0" y="19695"/>
                    <a:pt x="0" y="12688"/>
                  </a:cubicBezTo>
                  <a:cubicBezTo>
                    <a:pt x="0" y="5680"/>
                    <a:pt x="5680" y="0"/>
                    <a:pt x="12687" y="0"/>
                  </a:cubicBezTo>
                  <a:cubicBezTo>
                    <a:pt x="19694" y="0"/>
                    <a:pt x="25375" y="5680"/>
                    <a:pt x="25375" y="126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743A02B-E2D7-8BB4-C1F8-0D67B0606A55}"/>
                </a:ext>
              </a:extLst>
            </p:cNvPr>
            <p:cNvSpPr/>
            <p:nvPr/>
          </p:nvSpPr>
          <p:spPr>
            <a:xfrm>
              <a:off x="4260315" y="2023569"/>
              <a:ext cx="50615" cy="50615"/>
            </a:xfrm>
            <a:custGeom>
              <a:avLst/>
              <a:gdLst>
                <a:gd name="connsiteX0" fmla="*/ 50616 w 50615"/>
                <a:gd name="connsiteY0" fmla="*/ 25308 h 50615"/>
                <a:gd name="connsiteX1" fmla="*/ 25308 w 50615"/>
                <a:gd name="connsiteY1" fmla="*/ 50616 h 50615"/>
                <a:gd name="connsiteX2" fmla="*/ 0 w 50615"/>
                <a:gd name="connsiteY2" fmla="*/ 25308 h 50615"/>
                <a:gd name="connsiteX3" fmla="*/ 25308 w 50615"/>
                <a:gd name="connsiteY3" fmla="*/ 0 h 50615"/>
                <a:gd name="connsiteX4" fmla="*/ 50616 w 50615"/>
                <a:gd name="connsiteY4" fmla="*/ 25308 h 5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615" h="50615">
                  <a:moveTo>
                    <a:pt x="50616" y="25308"/>
                  </a:moveTo>
                  <a:cubicBezTo>
                    <a:pt x="50616" y="39285"/>
                    <a:pt x="39285" y="50616"/>
                    <a:pt x="25308" y="50616"/>
                  </a:cubicBezTo>
                  <a:cubicBezTo>
                    <a:pt x="11331" y="50616"/>
                    <a:pt x="0" y="39285"/>
                    <a:pt x="0" y="25308"/>
                  </a:cubicBezTo>
                  <a:cubicBezTo>
                    <a:pt x="0" y="11331"/>
                    <a:pt x="11330" y="0"/>
                    <a:pt x="25308" y="0"/>
                  </a:cubicBezTo>
                  <a:cubicBezTo>
                    <a:pt x="39285" y="0"/>
                    <a:pt x="50616" y="11331"/>
                    <a:pt x="50616" y="2530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BDAD8D-96B7-2A64-EECC-629239B0D1E9}"/>
                </a:ext>
              </a:extLst>
            </p:cNvPr>
            <p:cNvSpPr/>
            <p:nvPr/>
          </p:nvSpPr>
          <p:spPr>
            <a:xfrm>
              <a:off x="5977295" y="2220058"/>
              <a:ext cx="164468" cy="164467"/>
            </a:xfrm>
            <a:custGeom>
              <a:avLst/>
              <a:gdLst>
                <a:gd name="connsiteX0" fmla="*/ 164467 w 164467"/>
                <a:gd name="connsiteY0" fmla="*/ 82234 h 164467"/>
                <a:gd name="connsiteX1" fmla="*/ 82234 w 164467"/>
                <a:gd name="connsiteY1" fmla="*/ 164468 h 164467"/>
                <a:gd name="connsiteX2" fmla="*/ 0 w 164467"/>
                <a:gd name="connsiteY2" fmla="*/ 82234 h 164467"/>
                <a:gd name="connsiteX3" fmla="*/ 82234 w 164467"/>
                <a:gd name="connsiteY3" fmla="*/ 0 h 164467"/>
                <a:gd name="connsiteX4" fmla="*/ 164467 w 164467"/>
                <a:gd name="connsiteY4" fmla="*/ 82234 h 1644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4467" h="164467">
                  <a:moveTo>
                    <a:pt x="164467" y="82234"/>
                  </a:moveTo>
                  <a:cubicBezTo>
                    <a:pt x="164467" y="127650"/>
                    <a:pt x="127650" y="164468"/>
                    <a:pt x="82234" y="164468"/>
                  </a:cubicBezTo>
                  <a:cubicBezTo>
                    <a:pt x="36817" y="164468"/>
                    <a:pt x="0" y="127650"/>
                    <a:pt x="0" y="82234"/>
                  </a:cubicBezTo>
                  <a:cubicBezTo>
                    <a:pt x="0" y="36817"/>
                    <a:pt x="36817" y="0"/>
                    <a:pt x="82234" y="0"/>
                  </a:cubicBezTo>
                  <a:cubicBezTo>
                    <a:pt x="127650" y="0"/>
                    <a:pt x="164467" y="36817"/>
                    <a:pt x="164467" y="8223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113E650-BEA7-62F7-C8C8-C376FCECFAF3}"/>
                </a:ext>
              </a:extLst>
            </p:cNvPr>
            <p:cNvSpPr/>
            <p:nvPr/>
          </p:nvSpPr>
          <p:spPr>
            <a:xfrm>
              <a:off x="5768924" y="2265102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4CDA096F-B63F-070B-8D44-E9AD37BFE302}"/>
                </a:ext>
              </a:extLst>
            </p:cNvPr>
            <p:cNvSpPr/>
            <p:nvPr/>
          </p:nvSpPr>
          <p:spPr>
            <a:xfrm>
              <a:off x="5494364" y="2243957"/>
              <a:ext cx="116671" cy="116671"/>
            </a:xfrm>
            <a:custGeom>
              <a:avLst/>
              <a:gdLst>
                <a:gd name="connsiteX0" fmla="*/ 116671 w 116671"/>
                <a:gd name="connsiteY0" fmla="*/ 58336 h 116671"/>
                <a:gd name="connsiteX1" fmla="*/ 58335 w 116671"/>
                <a:gd name="connsiteY1" fmla="*/ 116671 h 116671"/>
                <a:gd name="connsiteX2" fmla="*/ 0 w 116671"/>
                <a:gd name="connsiteY2" fmla="*/ 58336 h 116671"/>
                <a:gd name="connsiteX3" fmla="*/ 58335 w 116671"/>
                <a:gd name="connsiteY3" fmla="*/ 0 h 116671"/>
                <a:gd name="connsiteX4" fmla="*/ 116671 w 116671"/>
                <a:gd name="connsiteY4" fmla="*/ 58336 h 116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671" h="116671">
                  <a:moveTo>
                    <a:pt x="116671" y="58336"/>
                  </a:moveTo>
                  <a:cubicBezTo>
                    <a:pt x="116671" y="90553"/>
                    <a:pt x="90553" y="116671"/>
                    <a:pt x="58335" y="116671"/>
                  </a:cubicBezTo>
                  <a:cubicBezTo>
                    <a:pt x="26117" y="116671"/>
                    <a:pt x="0" y="90554"/>
                    <a:pt x="0" y="58336"/>
                  </a:cubicBezTo>
                  <a:cubicBezTo>
                    <a:pt x="0" y="26118"/>
                    <a:pt x="26117" y="0"/>
                    <a:pt x="58335" y="0"/>
                  </a:cubicBezTo>
                  <a:cubicBezTo>
                    <a:pt x="90553" y="0"/>
                    <a:pt x="116671" y="26118"/>
                    <a:pt x="116671" y="5833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7FC3266-8A4D-D879-1871-C80EE9E0DD87}"/>
                </a:ext>
              </a:extLst>
            </p:cNvPr>
            <p:cNvSpPr/>
            <p:nvPr/>
          </p:nvSpPr>
          <p:spPr>
            <a:xfrm>
              <a:off x="5253635" y="2256645"/>
              <a:ext cx="91296" cy="91296"/>
            </a:xfrm>
            <a:custGeom>
              <a:avLst/>
              <a:gdLst>
                <a:gd name="connsiteX0" fmla="*/ 91296 w 91296"/>
                <a:gd name="connsiteY0" fmla="*/ 45648 h 91296"/>
                <a:gd name="connsiteX1" fmla="*/ 45648 w 91296"/>
                <a:gd name="connsiteY1" fmla="*/ 91296 h 91296"/>
                <a:gd name="connsiteX2" fmla="*/ 0 w 91296"/>
                <a:gd name="connsiteY2" fmla="*/ 45648 h 91296"/>
                <a:gd name="connsiteX3" fmla="*/ 45648 w 91296"/>
                <a:gd name="connsiteY3" fmla="*/ 0 h 91296"/>
                <a:gd name="connsiteX4" fmla="*/ 91296 w 91296"/>
                <a:gd name="connsiteY4" fmla="*/ 45648 h 912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296" h="91296">
                  <a:moveTo>
                    <a:pt x="91296" y="45648"/>
                  </a:moveTo>
                  <a:cubicBezTo>
                    <a:pt x="91296" y="70859"/>
                    <a:pt x="70859" y="91296"/>
                    <a:pt x="45648" y="91296"/>
                  </a:cubicBezTo>
                  <a:cubicBezTo>
                    <a:pt x="20437" y="91296"/>
                    <a:pt x="0" y="70859"/>
                    <a:pt x="0" y="45648"/>
                  </a:cubicBezTo>
                  <a:cubicBezTo>
                    <a:pt x="0" y="20437"/>
                    <a:pt x="20437" y="0"/>
                    <a:pt x="45648" y="0"/>
                  </a:cubicBezTo>
                  <a:cubicBezTo>
                    <a:pt x="70859" y="0"/>
                    <a:pt x="91296" y="20437"/>
                    <a:pt x="91296" y="4564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9079540B-F14C-E63A-CC2C-9C30C16B64E1}"/>
                </a:ext>
              </a:extLst>
            </p:cNvPr>
            <p:cNvSpPr/>
            <p:nvPr/>
          </p:nvSpPr>
          <p:spPr>
            <a:xfrm>
              <a:off x="5026200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9559E18-7616-A6B6-C333-85120172712C}"/>
                </a:ext>
              </a:extLst>
            </p:cNvPr>
            <p:cNvSpPr/>
            <p:nvPr/>
          </p:nvSpPr>
          <p:spPr>
            <a:xfrm>
              <a:off x="4758687" y="2268527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483FA048-190D-4487-3F5A-5217C2F33C96}"/>
                </a:ext>
              </a:extLst>
            </p:cNvPr>
            <p:cNvSpPr/>
            <p:nvPr/>
          </p:nvSpPr>
          <p:spPr>
            <a:xfrm>
              <a:off x="4527761" y="2291015"/>
              <a:ext cx="22555" cy="22555"/>
            </a:xfrm>
            <a:custGeom>
              <a:avLst/>
              <a:gdLst>
                <a:gd name="connsiteX0" fmla="*/ 22556 w 22555"/>
                <a:gd name="connsiteY0" fmla="*/ 11278 h 22555"/>
                <a:gd name="connsiteX1" fmla="*/ 11278 w 22555"/>
                <a:gd name="connsiteY1" fmla="*/ 22556 h 22555"/>
                <a:gd name="connsiteX2" fmla="*/ 0 w 22555"/>
                <a:gd name="connsiteY2" fmla="*/ 11278 h 22555"/>
                <a:gd name="connsiteX3" fmla="*/ 11278 w 22555"/>
                <a:gd name="connsiteY3" fmla="*/ 0 h 22555"/>
                <a:gd name="connsiteX4" fmla="*/ 22556 w 22555"/>
                <a:gd name="connsiteY4" fmla="*/ 11278 h 22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55" h="22555">
                  <a:moveTo>
                    <a:pt x="22556" y="11278"/>
                  </a:moveTo>
                  <a:cubicBezTo>
                    <a:pt x="22556" y="17506"/>
                    <a:pt x="17507" y="22556"/>
                    <a:pt x="11278" y="22556"/>
                  </a:cubicBezTo>
                  <a:cubicBezTo>
                    <a:pt x="5049" y="22556"/>
                    <a:pt x="0" y="17506"/>
                    <a:pt x="0" y="11278"/>
                  </a:cubicBezTo>
                  <a:cubicBezTo>
                    <a:pt x="0" y="5049"/>
                    <a:pt x="5049" y="0"/>
                    <a:pt x="11278" y="0"/>
                  </a:cubicBezTo>
                  <a:cubicBezTo>
                    <a:pt x="17507" y="0"/>
                    <a:pt x="22556" y="5049"/>
                    <a:pt x="22556" y="112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FF0112A3-6194-BB04-DA34-07CD25B1AB4D}"/>
                </a:ext>
              </a:extLst>
            </p:cNvPr>
            <p:cNvSpPr/>
            <p:nvPr/>
          </p:nvSpPr>
          <p:spPr>
            <a:xfrm>
              <a:off x="4265954" y="2282624"/>
              <a:ext cx="39337" cy="39337"/>
            </a:xfrm>
            <a:custGeom>
              <a:avLst/>
              <a:gdLst>
                <a:gd name="connsiteX0" fmla="*/ 39338 w 39337"/>
                <a:gd name="connsiteY0" fmla="*/ 19669 h 39337"/>
                <a:gd name="connsiteX1" fmla="*/ 19669 w 39337"/>
                <a:gd name="connsiteY1" fmla="*/ 39338 h 39337"/>
                <a:gd name="connsiteX2" fmla="*/ 0 w 39337"/>
                <a:gd name="connsiteY2" fmla="*/ 19669 h 39337"/>
                <a:gd name="connsiteX3" fmla="*/ 19669 w 39337"/>
                <a:gd name="connsiteY3" fmla="*/ 0 h 39337"/>
                <a:gd name="connsiteX4" fmla="*/ 39338 w 39337"/>
                <a:gd name="connsiteY4" fmla="*/ 19669 h 39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9337" h="39337">
                  <a:moveTo>
                    <a:pt x="39338" y="19669"/>
                  </a:moveTo>
                  <a:cubicBezTo>
                    <a:pt x="39338" y="30532"/>
                    <a:pt x="30532" y="39338"/>
                    <a:pt x="19669" y="39338"/>
                  </a:cubicBezTo>
                  <a:cubicBezTo>
                    <a:pt x="8807" y="39338"/>
                    <a:pt x="0" y="30532"/>
                    <a:pt x="0" y="19669"/>
                  </a:cubicBezTo>
                  <a:cubicBezTo>
                    <a:pt x="0" y="8806"/>
                    <a:pt x="8807" y="0"/>
                    <a:pt x="19669" y="0"/>
                  </a:cubicBezTo>
                  <a:cubicBezTo>
                    <a:pt x="30532" y="0"/>
                    <a:pt x="39338" y="8806"/>
                    <a:pt x="39338" y="1966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5D995A94-DDA2-2FAD-56E1-F94265B68223}"/>
                </a:ext>
              </a:extLst>
            </p:cNvPr>
            <p:cNvSpPr/>
            <p:nvPr/>
          </p:nvSpPr>
          <p:spPr>
            <a:xfrm>
              <a:off x="4023078" y="2293163"/>
              <a:ext cx="18259" cy="18259"/>
            </a:xfrm>
            <a:custGeom>
              <a:avLst/>
              <a:gdLst>
                <a:gd name="connsiteX0" fmla="*/ 18259 w 18259"/>
                <a:gd name="connsiteY0" fmla="*/ 9130 h 18259"/>
                <a:gd name="connsiteX1" fmla="*/ 9130 w 18259"/>
                <a:gd name="connsiteY1" fmla="*/ 18259 h 18259"/>
                <a:gd name="connsiteX2" fmla="*/ 0 w 18259"/>
                <a:gd name="connsiteY2" fmla="*/ 9130 h 18259"/>
                <a:gd name="connsiteX3" fmla="*/ 9130 w 18259"/>
                <a:gd name="connsiteY3" fmla="*/ 0 h 18259"/>
                <a:gd name="connsiteX4" fmla="*/ 18259 w 18259"/>
                <a:gd name="connsiteY4" fmla="*/ 9130 h 18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259" h="18259">
                  <a:moveTo>
                    <a:pt x="18259" y="9130"/>
                  </a:moveTo>
                  <a:cubicBezTo>
                    <a:pt x="18259" y="14172"/>
                    <a:pt x="14172" y="18259"/>
                    <a:pt x="9130" y="18259"/>
                  </a:cubicBezTo>
                  <a:cubicBezTo>
                    <a:pt x="4088" y="18259"/>
                    <a:pt x="0" y="14172"/>
                    <a:pt x="0" y="9130"/>
                  </a:cubicBezTo>
                  <a:cubicBezTo>
                    <a:pt x="0" y="4087"/>
                    <a:pt x="4088" y="0"/>
                    <a:pt x="9130" y="0"/>
                  </a:cubicBezTo>
                  <a:cubicBezTo>
                    <a:pt x="14172" y="0"/>
                    <a:pt x="18259" y="4087"/>
                    <a:pt x="18259" y="913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215D860-008A-C303-C64F-B5C957FE84F7}"/>
                </a:ext>
              </a:extLst>
            </p:cNvPr>
            <p:cNvSpPr/>
            <p:nvPr/>
          </p:nvSpPr>
          <p:spPr>
            <a:xfrm>
              <a:off x="5999852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6B73EE9-084B-24DB-4B74-25594CB7DB03}"/>
                </a:ext>
              </a:extLst>
            </p:cNvPr>
            <p:cNvSpPr/>
            <p:nvPr/>
          </p:nvSpPr>
          <p:spPr>
            <a:xfrm>
              <a:off x="5749859" y="2499454"/>
              <a:ext cx="112510" cy="112510"/>
            </a:xfrm>
            <a:custGeom>
              <a:avLst/>
              <a:gdLst>
                <a:gd name="connsiteX0" fmla="*/ 112509 w 112509"/>
                <a:gd name="connsiteY0" fmla="*/ 56255 h 112509"/>
                <a:gd name="connsiteX1" fmla="*/ 56254 w 112509"/>
                <a:gd name="connsiteY1" fmla="*/ 112509 h 112509"/>
                <a:gd name="connsiteX2" fmla="*/ 0 w 112509"/>
                <a:gd name="connsiteY2" fmla="*/ 56255 h 112509"/>
                <a:gd name="connsiteX3" fmla="*/ 56254 w 112509"/>
                <a:gd name="connsiteY3" fmla="*/ 0 h 112509"/>
                <a:gd name="connsiteX4" fmla="*/ 112509 w 112509"/>
                <a:gd name="connsiteY4" fmla="*/ 56255 h 112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509" h="112509">
                  <a:moveTo>
                    <a:pt x="112509" y="56255"/>
                  </a:moveTo>
                  <a:cubicBezTo>
                    <a:pt x="112509" y="87323"/>
                    <a:pt x="87323" y="112509"/>
                    <a:pt x="56254" y="112509"/>
                  </a:cubicBezTo>
                  <a:cubicBezTo>
                    <a:pt x="25186" y="112509"/>
                    <a:pt x="0" y="87323"/>
                    <a:pt x="0" y="56255"/>
                  </a:cubicBezTo>
                  <a:cubicBezTo>
                    <a:pt x="0" y="25186"/>
                    <a:pt x="25186" y="0"/>
                    <a:pt x="56254" y="0"/>
                  </a:cubicBezTo>
                  <a:cubicBezTo>
                    <a:pt x="87323" y="0"/>
                    <a:pt x="112509" y="25186"/>
                    <a:pt x="112509" y="5625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3C3078E-541B-96D1-41AC-A79FA49D7D61}"/>
                </a:ext>
              </a:extLst>
            </p:cNvPr>
            <p:cNvSpPr/>
            <p:nvPr/>
          </p:nvSpPr>
          <p:spPr>
            <a:xfrm>
              <a:off x="5493020" y="2496030"/>
              <a:ext cx="119356" cy="119356"/>
            </a:xfrm>
            <a:custGeom>
              <a:avLst/>
              <a:gdLst>
                <a:gd name="connsiteX0" fmla="*/ 119356 w 119356"/>
                <a:gd name="connsiteY0" fmla="*/ 59678 h 119356"/>
                <a:gd name="connsiteX1" fmla="*/ 59678 w 119356"/>
                <a:gd name="connsiteY1" fmla="*/ 119356 h 119356"/>
                <a:gd name="connsiteX2" fmla="*/ 0 w 119356"/>
                <a:gd name="connsiteY2" fmla="*/ 59678 h 119356"/>
                <a:gd name="connsiteX3" fmla="*/ 59678 w 119356"/>
                <a:gd name="connsiteY3" fmla="*/ 0 h 119356"/>
                <a:gd name="connsiteX4" fmla="*/ 119356 w 119356"/>
                <a:gd name="connsiteY4" fmla="*/ 59678 h 119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356" h="119356">
                  <a:moveTo>
                    <a:pt x="119356" y="59678"/>
                  </a:moveTo>
                  <a:cubicBezTo>
                    <a:pt x="119356" y="92638"/>
                    <a:pt x="92638" y="119356"/>
                    <a:pt x="59678" y="119356"/>
                  </a:cubicBezTo>
                  <a:cubicBezTo>
                    <a:pt x="26719" y="119356"/>
                    <a:pt x="0" y="92638"/>
                    <a:pt x="0" y="59678"/>
                  </a:cubicBezTo>
                  <a:cubicBezTo>
                    <a:pt x="0" y="26719"/>
                    <a:pt x="26718" y="0"/>
                    <a:pt x="59678" y="0"/>
                  </a:cubicBezTo>
                  <a:cubicBezTo>
                    <a:pt x="92637" y="0"/>
                    <a:pt x="119356" y="26719"/>
                    <a:pt x="119356" y="5967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D072285F-27D0-1A2A-6ECB-6CDF0ED94606}"/>
                </a:ext>
              </a:extLst>
            </p:cNvPr>
            <p:cNvSpPr/>
            <p:nvPr/>
          </p:nvSpPr>
          <p:spPr>
            <a:xfrm>
              <a:off x="5232557" y="2488981"/>
              <a:ext cx="133521" cy="133453"/>
            </a:xfrm>
            <a:custGeom>
              <a:avLst/>
              <a:gdLst>
                <a:gd name="connsiteX0" fmla="*/ 66726 w 133520"/>
                <a:gd name="connsiteY0" fmla="*/ 133454 h 133453"/>
                <a:gd name="connsiteX1" fmla="*/ 0 w 133520"/>
                <a:gd name="connsiteY1" fmla="*/ 66727 h 133453"/>
                <a:gd name="connsiteX2" fmla="*/ 66726 w 133520"/>
                <a:gd name="connsiteY2" fmla="*/ 0 h 133453"/>
                <a:gd name="connsiteX3" fmla="*/ 133520 w 133520"/>
                <a:gd name="connsiteY3" fmla="*/ 66727 h 133453"/>
                <a:gd name="connsiteX4" fmla="*/ 66726 w 133520"/>
                <a:gd name="connsiteY4" fmla="*/ 133454 h 13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3520" h="133453">
                  <a:moveTo>
                    <a:pt x="66726" y="133454"/>
                  </a:moveTo>
                  <a:cubicBezTo>
                    <a:pt x="29872" y="133454"/>
                    <a:pt x="0" y="103581"/>
                    <a:pt x="0" y="66727"/>
                  </a:cubicBezTo>
                  <a:cubicBezTo>
                    <a:pt x="0" y="29873"/>
                    <a:pt x="29872" y="0"/>
                    <a:pt x="66726" y="0"/>
                  </a:cubicBezTo>
                  <a:cubicBezTo>
                    <a:pt x="103581" y="0"/>
                    <a:pt x="133520" y="29873"/>
                    <a:pt x="133520" y="66727"/>
                  </a:cubicBezTo>
                  <a:cubicBezTo>
                    <a:pt x="133520" y="103581"/>
                    <a:pt x="103581" y="133454"/>
                    <a:pt x="66726" y="13345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5DFC5B-AFA4-DE99-988C-8DF59EAEA03C}"/>
                </a:ext>
              </a:extLst>
            </p:cNvPr>
            <p:cNvSpPr/>
            <p:nvPr/>
          </p:nvSpPr>
          <p:spPr>
            <a:xfrm>
              <a:off x="5003710" y="2513551"/>
              <a:ext cx="84314" cy="84314"/>
            </a:xfrm>
            <a:custGeom>
              <a:avLst/>
              <a:gdLst>
                <a:gd name="connsiteX0" fmla="*/ 84315 w 84314"/>
                <a:gd name="connsiteY0" fmla="*/ 42157 h 84314"/>
                <a:gd name="connsiteX1" fmla="*/ 42157 w 84314"/>
                <a:gd name="connsiteY1" fmla="*/ 84315 h 84314"/>
                <a:gd name="connsiteX2" fmla="*/ 0 w 84314"/>
                <a:gd name="connsiteY2" fmla="*/ 42157 h 84314"/>
                <a:gd name="connsiteX3" fmla="*/ 42157 w 84314"/>
                <a:gd name="connsiteY3" fmla="*/ 0 h 84314"/>
                <a:gd name="connsiteX4" fmla="*/ 84315 w 84314"/>
                <a:gd name="connsiteY4" fmla="*/ 42157 h 84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314" h="84314">
                  <a:moveTo>
                    <a:pt x="84315" y="42157"/>
                  </a:moveTo>
                  <a:cubicBezTo>
                    <a:pt x="84315" y="65440"/>
                    <a:pt x="65440" y="84315"/>
                    <a:pt x="42157" y="84315"/>
                  </a:cubicBezTo>
                  <a:cubicBezTo>
                    <a:pt x="18874" y="84315"/>
                    <a:pt x="0" y="65440"/>
                    <a:pt x="0" y="42157"/>
                  </a:cubicBezTo>
                  <a:cubicBezTo>
                    <a:pt x="0" y="18874"/>
                    <a:pt x="18874" y="0"/>
                    <a:pt x="42157" y="0"/>
                  </a:cubicBezTo>
                  <a:cubicBezTo>
                    <a:pt x="65440" y="0"/>
                    <a:pt x="84315" y="18874"/>
                    <a:pt x="84315" y="4215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B04FE6B4-5D30-5228-4BB6-B3056A426AF2}"/>
                </a:ext>
              </a:extLst>
            </p:cNvPr>
            <p:cNvSpPr/>
            <p:nvPr/>
          </p:nvSpPr>
          <p:spPr>
            <a:xfrm>
              <a:off x="4748147" y="2511403"/>
              <a:ext cx="88611" cy="88611"/>
            </a:xfrm>
            <a:custGeom>
              <a:avLst/>
              <a:gdLst>
                <a:gd name="connsiteX0" fmla="*/ 88611 w 88611"/>
                <a:gd name="connsiteY0" fmla="*/ 44306 h 88611"/>
                <a:gd name="connsiteX1" fmla="*/ 44306 w 88611"/>
                <a:gd name="connsiteY1" fmla="*/ 88611 h 88611"/>
                <a:gd name="connsiteX2" fmla="*/ 0 w 88611"/>
                <a:gd name="connsiteY2" fmla="*/ 44306 h 88611"/>
                <a:gd name="connsiteX3" fmla="*/ 44306 w 88611"/>
                <a:gd name="connsiteY3" fmla="*/ 0 h 88611"/>
                <a:gd name="connsiteX4" fmla="*/ 88611 w 88611"/>
                <a:gd name="connsiteY4" fmla="*/ 44306 h 88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611" h="88611">
                  <a:moveTo>
                    <a:pt x="88611" y="44306"/>
                  </a:moveTo>
                  <a:cubicBezTo>
                    <a:pt x="88611" y="68775"/>
                    <a:pt x="68775" y="88611"/>
                    <a:pt x="44306" y="88611"/>
                  </a:cubicBezTo>
                  <a:cubicBezTo>
                    <a:pt x="19836" y="88611"/>
                    <a:pt x="0" y="68775"/>
                    <a:pt x="0" y="44306"/>
                  </a:cubicBezTo>
                  <a:cubicBezTo>
                    <a:pt x="0" y="19836"/>
                    <a:pt x="19836" y="0"/>
                    <a:pt x="44306" y="0"/>
                  </a:cubicBezTo>
                  <a:cubicBezTo>
                    <a:pt x="68775" y="0"/>
                    <a:pt x="88611" y="19836"/>
                    <a:pt x="88611" y="4430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3F80BB9-9C80-5CE9-E510-42493E29D17A}"/>
                </a:ext>
              </a:extLst>
            </p:cNvPr>
            <p:cNvSpPr/>
            <p:nvPr/>
          </p:nvSpPr>
          <p:spPr>
            <a:xfrm>
              <a:off x="4510240" y="2526911"/>
              <a:ext cx="57597" cy="57597"/>
            </a:xfrm>
            <a:custGeom>
              <a:avLst/>
              <a:gdLst>
                <a:gd name="connsiteX0" fmla="*/ 57597 w 57597"/>
                <a:gd name="connsiteY0" fmla="*/ 28799 h 57597"/>
                <a:gd name="connsiteX1" fmla="*/ 28799 w 57597"/>
                <a:gd name="connsiteY1" fmla="*/ 57597 h 57597"/>
                <a:gd name="connsiteX2" fmla="*/ 0 w 57597"/>
                <a:gd name="connsiteY2" fmla="*/ 28799 h 57597"/>
                <a:gd name="connsiteX3" fmla="*/ 28799 w 57597"/>
                <a:gd name="connsiteY3" fmla="*/ 0 h 57597"/>
                <a:gd name="connsiteX4" fmla="*/ 57597 w 57597"/>
                <a:gd name="connsiteY4" fmla="*/ 28799 h 5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97" h="57597">
                  <a:moveTo>
                    <a:pt x="57597" y="28799"/>
                  </a:moveTo>
                  <a:cubicBezTo>
                    <a:pt x="57597" y="44704"/>
                    <a:pt x="44704" y="57597"/>
                    <a:pt x="28799" y="57597"/>
                  </a:cubicBezTo>
                  <a:cubicBezTo>
                    <a:pt x="12894" y="57597"/>
                    <a:pt x="0" y="44704"/>
                    <a:pt x="0" y="28799"/>
                  </a:cubicBezTo>
                  <a:cubicBezTo>
                    <a:pt x="0" y="12894"/>
                    <a:pt x="12894" y="0"/>
                    <a:pt x="28799" y="0"/>
                  </a:cubicBezTo>
                  <a:cubicBezTo>
                    <a:pt x="44704" y="0"/>
                    <a:pt x="57597" y="12894"/>
                    <a:pt x="57597" y="2879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F47527C-F63C-ACD2-37AB-5817B3AF7566}"/>
                </a:ext>
              </a:extLst>
            </p:cNvPr>
            <p:cNvSpPr/>
            <p:nvPr/>
          </p:nvSpPr>
          <p:spPr>
            <a:xfrm>
              <a:off x="4277165" y="2547251"/>
              <a:ext cx="16916" cy="16916"/>
            </a:xfrm>
            <a:custGeom>
              <a:avLst/>
              <a:gdLst>
                <a:gd name="connsiteX0" fmla="*/ 16917 w 16916"/>
                <a:gd name="connsiteY0" fmla="*/ 8458 h 16916"/>
                <a:gd name="connsiteX1" fmla="*/ 8458 w 16916"/>
                <a:gd name="connsiteY1" fmla="*/ 16917 h 16916"/>
                <a:gd name="connsiteX2" fmla="*/ 0 w 16916"/>
                <a:gd name="connsiteY2" fmla="*/ 8458 h 16916"/>
                <a:gd name="connsiteX3" fmla="*/ 8458 w 16916"/>
                <a:gd name="connsiteY3" fmla="*/ 0 h 16916"/>
                <a:gd name="connsiteX4" fmla="*/ 16917 w 16916"/>
                <a:gd name="connsiteY4" fmla="*/ 8458 h 1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916" h="16916">
                  <a:moveTo>
                    <a:pt x="16917" y="8458"/>
                  </a:moveTo>
                  <a:cubicBezTo>
                    <a:pt x="16917" y="13130"/>
                    <a:pt x="13129" y="16917"/>
                    <a:pt x="8458" y="16917"/>
                  </a:cubicBezTo>
                  <a:cubicBezTo>
                    <a:pt x="3787" y="16917"/>
                    <a:pt x="0" y="13130"/>
                    <a:pt x="0" y="8458"/>
                  </a:cubicBezTo>
                  <a:cubicBezTo>
                    <a:pt x="0" y="3787"/>
                    <a:pt x="3787" y="0"/>
                    <a:pt x="8458" y="0"/>
                  </a:cubicBezTo>
                  <a:cubicBezTo>
                    <a:pt x="13129" y="0"/>
                    <a:pt x="16917" y="3787"/>
                    <a:pt x="16917" y="845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13BA99E-13FE-7FB8-CA5F-E083D6B96F1D}"/>
                </a:ext>
              </a:extLst>
            </p:cNvPr>
            <p:cNvSpPr/>
            <p:nvPr/>
          </p:nvSpPr>
          <p:spPr>
            <a:xfrm>
              <a:off x="5994145" y="2743673"/>
              <a:ext cx="130768" cy="130768"/>
            </a:xfrm>
            <a:custGeom>
              <a:avLst/>
              <a:gdLst>
                <a:gd name="connsiteX0" fmla="*/ 65384 w 130768"/>
                <a:gd name="connsiteY0" fmla="*/ 130768 h 130768"/>
                <a:gd name="connsiteX1" fmla="*/ 0 w 130768"/>
                <a:gd name="connsiteY1" fmla="*/ 65384 h 130768"/>
                <a:gd name="connsiteX2" fmla="*/ 65384 w 130768"/>
                <a:gd name="connsiteY2" fmla="*/ 0 h 130768"/>
                <a:gd name="connsiteX3" fmla="*/ 130769 w 130768"/>
                <a:gd name="connsiteY3" fmla="*/ 65384 h 130768"/>
                <a:gd name="connsiteX4" fmla="*/ 65384 w 130768"/>
                <a:gd name="connsiteY4" fmla="*/ 130768 h 130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68" h="130768">
                  <a:moveTo>
                    <a:pt x="65384" y="130768"/>
                  </a:moveTo>
                  <a:cubicBezTo>
                    <a:pt x="29269" y="130768"/>
                    <a:pt x="0" y="101500"/>
                    <a:pt x="0" y="65384"/>
                  </a:cubicBezTo>
                  <a:cubicBezTo>
                    <a:pt x="0" y="29269"/>
                    <a:pt x="29269" y="0"/>
                    <a:pt x="65384" y="0"/>
                  </a:cubicBezTo>
                  <a:cubicBezTo>
                    <a:pt x="101500" y="0"/>
                    <a:pt x="130769" y="29269"/>
                    <a:pt x="130769" y="65384"/>
                  </a:cubicBezTo>
                  <a:cubicBezTo>
                    <a:pt x="130769" y="101500"/>
                    <a:pt x="101500" y="130768"/>
                    <a:pt x="65384" y="13076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768E69F-FE6C-54F5-85CB-096264203E73}"/>
                </a:ext>
              </a:extLst>
            </p:cNvPr>
            <p:cNvSpPr/>
            <p:nvPr/>
          </p:nvSpPr>
          <p:spPr>
            <a:xfrm>
              <a:off x="5747108" y="2750118"/>
              <a:ext cx="118013" cy="118013"/>
            </a:xfrm>
            <a:custGeom>
              <a:avLst/>
              <a:gdLst>
                <a:gd name="connsiteX0" fmla="*/ 59007 w 118013"/>
                <a:gd name="connsiteY0" fmla="*/ 118014 h 118013"/>
                <a:gd name="connsiteX1" fmla="*/ 0 w 118013"/>
                <a:gd name="connsiteY1" fmla="*/ 59007 h 118013"/>
                <a:gd name="connsiteX2" fmla="*/ 59007 w 118013"/>
                <a:gd name="connsiteY2" fmla="*/ 0 h 118013"/>
                <a:gd name="connsiteX3" fmla="*/ 118014 w 118013"/>
                <a:gd name="connsiteY3" fmla="*/ 59007 h 118013"/>
                <a:gd name="connsiteX4" fmla="*/ 59007 w 118013"/>
                <a:gd name="connsiteY4" fmla="*/ 118014 h 118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013" h="118013">
                  <a:moveTo>
                    <a:pt x="59007" y="118014"/>
                  </a:moveTo>
                  <a:cubicBezTo>
                    <a:pt x="26449" y="118014"/>
                    <a:pt x="0" y="91565"/>
                    <a:pt x="0" y="59007"/>
                  </a:cubicBezTo>
                  <a:cubicBezTo>
                    <a:pt x="0" y="26449"/>
                    <a:pt x="26449" y="0"/>
                    <a:pt x="59007" y="0"/>
                  </a:cubicBezTo>
                  <a:cubicBezTo>
                    <a:pt x="91565" y="0"/>
                    <a:pt x="118014" y="26449"/>
                    <a:pt x="118014" y="59007"/>
                  </a:cubicBezTo>
                  <a:cubicBezTo>
                    <a:pt x="118014" y="91565"/>
                    <a:pt x="91632" y="118014"/>
                    <a:pt x="59007" y="11801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F3D1CC-BD95-93FA-793A-3AB6CDB86790}"/>
                </a:ext>
              </a:extLst>
            </p:cNvPr>
            <p:cNvSpPr/>
            <p:nvPr/>
          </p:nvSpPr>
          <p:spPr>
            <a:xfrm>
              <a:off x="5482414" y="2738840"/>
              <a:ext cx="140570" cy="140570"/>
            </a:xfrm>
            <a:custGeom>
              <a:avLst/>
              <a:gdLst>
                <a:gd name="connsiteX0" fmla="*/ 140569 w 140569"/>
                <a:gd name="connsiteY0" fmla="*/ 70285 h 140569"/>
                <a:gd name="connsiteX1" fmla="*/ 70285 w 140569"/>
                <a:gd name="connsiteY1" fmla="*/ 140569 h 140569"/>
                <a:gd name="connsiteX2" fmla="*/ 0 w 140569"/>
                <a:gd name="connsiteY2" fmla="*/ 70285 h 140569"/>
                <a:gd name="connsiteX3" fmla="*/ 70285 w 140569"/>
                <a:gd name="connsiteY3" fmla="*/ 0 h 140569"/>
                <a:gd name="connsiteX4" fmla="*/ 140569 w 140569"/>
                <a:gd name="connsiteY4" fmla="*/ 70285 h 1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569" h="140569">
                  <a:moveTo>
                    <a:pt x="140569" y="70285"/>
                  </a:moveTo>
                  <a:cubicBezTo>
                    <a:pt x="140569" y="109102"/>
                    <a:pt x="109102" y="140569"/>
                    <a:pt x="70285" y="140569"/>
                  </a:cubicBezTo>
                  <a:cubicBezTo>
                    <a:pt x="31468" y="140569"/>
                    <a:pt x="0" y="109102"/>
                    <a:pt x="0" y="70285"/>
                  </a:cubicBezTo>
                  <a:cubicBezTo>
                    <a:pt x="0" y="31468"/>
                    <a:pt x="31468" y="0"/>
                    <a:pt x="70285" y="0"/>
                  </a:cubicBezTo>
                  <a:cubicBezTo>
                    <a:pt x="109102" y="0"/>
                    <a:pt x="140569" y="31468"/>
                    <a:pt x="140569" y="7028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F00A131-1113-CE0D-AF40-56B75F238FF2}"/>
                </a:ext>
              </a:extLst>
            </p:cNvPr>
            <p:cNvSpPr/>
            <p:nvPr/>
          </p:nvSpPr>
          <p:spPr>
            <a:xfrm>
              <a:off x="5244506" y="2754347"/>
              <a:ext cx="109555" cy="109555"/>
            </a:xfrm>
            <a:custGeom>
              <a:avLst/>
              <a:gdLst>
                <a:gd name="connsiteX0" fmla="*/ 54778 w 109555"/>
                <a:gd name="connsiteY0" fmla="*/ 109556 h 109555"/>
                <a:gd name="connsiteX1" fmla="*/ 0 w 109555"/>
                <a:gd name="connsiteY1" fmla="*/ 54778 h 109555"/>
                <a:gd name="connsiteX2" fmla="*/ 54778 w 109555"/>
                <a:gd name="connsiteY2" fmla="*/ 0 h 109555"/>
                <a:gd name="connsiteX3" fmla="*/ 109556 w 109555"/>
                <a:gd name="connsiteY3" fmla="*/ 54778 h 109555"/>
                <a:gd name="connsiteX4" fmla="*/ 54778 w 109555"/>
                <a:gd name="connsiteY4" fmla="*/ 109556 h 109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555" h="109555">
                  <a:moveTo>
                    <a:pt x="54778" y="109556"/>
                  </a:moveTo>
                  <a:cubicBezTo>
                    <a:pt x="24502" y="109556"/>
                    <a:pt x="0" y="84986"/>
                    <a:pt x="0" y="54778"/>
                  </a:cubicBezTo>
                  <a:cubicBezTo>
                    <a:pt x="0" y="24569"/>
                    <a:pt x="24569" y="0"/>
                    <a:pt x="54778" y="0"/>
                  </a:cubicBezTo>
                  <a:cubicBezTo>
                    <a:pt x="84986" y="0"/>
                    <a:pt x="109556" y="24569"/>
                    <a:pt x="109556" y="54778"/>
                  </a:cubicBezTo>
                  <a:cubicBezTo>
                    <a:pt x="109556" y="84986"/>
                    <a:pt x="84986" y="109556"/>
                    <a:pt x="54778" y="10955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85441954-A6E4-217B-4D1F-679245035C5A}"/>
                </a:ext>
              </a:extLst>
            </p:cNvPr>
            <p:cNvSpPr/>
            <p:nvPr/>
          </p:nvSpPr>
          <p:spPr>
            <a:xfrm>
              <a:off x="5007202" y="2770391"/>
              <a:ext cx="77333" cy="77333"/>
            </a:xfrm>
            <a:custGeom>
              <a:avLst/>
              <a:gdLst>
                <a:gd name="connsiteX0" fmla="*/ 38666 w 77333"/>
                <a:gd name="connsiteY0" fmla="*/ 77333 h 77333"/>
                <a:gd name="connsiteX1" fmla="*/ 0 w 77333"/>
                <a:gd name="connsiteY1" fmla="*/ 38667 h 77333"/>
                <a:gd name="connsiteX2" fmla="*/ 38666 w 77333"/>
                <a:gd name="connsiteY2" fmla="*/ 0 h 77333"/>
                <a:gd name="connsiteX3" fmla="*/ 77333 w 77333"/>
                <a:gd name="connsiteY3" fmla="*/ 38667 h 77333"/>
                <a:gd name="connsiteX4" fmla="*/ 38666 w 77333"/>
                <a:gd name="connsiteY4" fmla="*/ 77333 h 7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333" h="77333">
                  <a:moveTo>
                    <a:pt x="38666" y="77333"/>
                  </a:moveTo>
                  <a:cubicBezTo>
                    <a:pt x="17319" y="77333"/>
                    <a:pt x="0" y="60014"/>
                    <a:pt x="0" y="38667"/>
                  </a:cubicBezTo>
                  <a:cubicBezTo>
                    <a:pt x="0" y="17319"/>
                    <a:pt x="17319" y="0"/>
                    <a:pt x="38666" y="0"/>
                  </a:cubicBezTo>
                  <a:cubicBezTo>
                    <a:pt x="60014" y="0"/>
                    <a:pt x="77333" y="17319"/>
                    <a:pt x="77333" y="38667"/>
                  </a:cubicBezTo>
                  <a:cubicBezTo>
                    <a:pt x="77333" y="60014"/>
                    <a:pt x="60014" y="77333"/>
                    <a:pt x="38666" y="7733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6BD64CD-09A5-1DD8-F090-C4D9BC2D678D}"/>
                </a:ext>
              </a:extLst>
            </p:cNvPr>
            <p:cNvSpPr/>
            <p:nvPr/>
          </p:nvSpPr>
          <p:spPr>
            <a:xfrm>
              <a:off x="4755264" y="2771935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1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4BF81D9E-8243-B413-EBAC-A2F13E739B65}"/>
                </a:ext>
              </a:extLst>
            </p:cNvPr>
            <p:cNvSpPr/>
            <p:nvPr/>
          </p:nvSpPr>
          <p:spPr>
            <a:xfrm>
              <a:off x="4498291" y="2768377"/>
              <a:ext cx="81495" cy="81495"/>
            </a:xfrm>
            <a:custGeom>
              <a:avLst/>
              <a:gdLst>
                <a:gd name="connsiteX0" fmla="*/ 40747 w 81495"/>
                <a:gd name="connsiteY0" fmla="*/ 81495 h 81495"/>
                <a:gd name="connsiteX1" fmla="*/ 0 w 81495"/>
                <a:gd name="connsiteY1" fmla="*/ 40748 h 81495"/>
                <a:gd name="connsiteX2" fmla="*/ 40747 w 81495"/>
                <a:gd name="connsiteY2" fmla="*/ 0 h 81495"/>
                <a:gd name="connsiteX3" fmla="*/ 81495 w 81495"/>
                <a:gd name="connsiteY3" fmla="*/ 40748 h 81495"/>
                <a:gd name="connsiteX4" fmla="*/ 40747 w 81495"/>
                <a:gd name="connsiteY4" fmla="*/ 81495 h 81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495" h="81495">
                  <a:moveTo>
                    <a:pt x="40747" y="81495"/>
                  </a:moveTo>
                  <a:cubicBezTo>
                    <a:pt x="18259" y="81495"/>
                    <a:pt x="0" y="63236"/>
                    <a:pt x="0" y="40748"/>
                  </a:cubicBezTo>
                  <a:cubicBezTo>
                    <a:pt x="0" y="18259"/>
                    <a:pt x="18259" y="0"/>
                    <a:pt x="40747" y="0"/>
                  </a:cubicBezTo>
                  <a:cubicBezTo>
                    <a:pt x="63236" y="0"/>
                    <a:pt x="81495" y="18259"/>
                    <a:pt x="81495" y="40748"/>
                  </a:cubicBezTo>
                  <a:cubicBezTo>
                    <a:pt x="81495" y="63236"/>
                    <a:pt x="63236" y="81495"/>
                    <a:pt x="40747" y="8149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8983BCC2-9B06-5EED-5A2E-67B60DD49214}"/>
                </a:ext>
              </a:extLst>
            </p:cNvPr>
            <p:cNvSpPr/>
            <p:nvPr/>
          </p:nvSpPr>
          <p:spPr>
            <a:xfrm>
              <a:off x="4268035" y="2791536"/>
              <a:ext cx="35175" cy="35175"/>
            </a:xfrm>
            <a:custGeom>
              <a:avLst/>
              <a:gdLst>
                <a:gd name="connsiteX0" fmla="*/ 35176 w 35175"/>
                <a:gd name="connsiteY0" fmla="*/ 17588 h 35175"/>
                <a:gd name="connsiteX1" fmla="*/ 17588 w 35175"/>
                <a:gd name="connsiteY1" fmla="*/ 35176 h 35175"/>
                <a:gd name="connsiteX2" fmla="*/ 0 w 35175"/>
                <a:gd name="connsiteY2" fmla="*/ 17588 h 35175"/>
                <a:gd name="connsiteX3" fmla="*/ 17588 w 35175"/>
                <a:gd name="connsiteY3" fmla="*/ 0 h 35175"/>
                <a:gd name="connsiteX4" fmla="*/ 35176 w 35175"/>
                <a:gd name="connsiteY4" fmla="*/ 17588 h 35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5175" h="35175">
                  <a:moveTo>
                    <a:pt x="35176" y="17588"/>
                  </a:moveTo>
                  <a:cubicBezTo>
                    <a:pt x="35176" y="27302"/>
                    <a:pt x="27302" y="35176"/>
                    <a:pt x="17588" y="35176"/>
                  </a:cubicBezTo>
                  <a:cubicBezTo>
                    <a:pt x="7875" y="35176"/>
                    <a:pt x="0" y="27301"/>
                    <a:pt x="0" y="17588"/>
                  </a:cubicBezTo>
                  <a:cubicBezTo>
                    <a:pt x="0" y="7874"/>
                    <a:pt x="7875" y="0"/>
                    <a:pt x="17588" y="0"/>
                  </a:cubicBezTo>
                  <a:cubicBezTo>
                    <a:pt x="27302" y="0"/>
                    <a:pt x="35176" y="7874"/>
                    <a:pt x="35176" y="1758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96F60C91-D501-1F6B-FFC0-BBDF8C48F1D7}"/>
                </a:ext>
              </a:extLst>
            </p:cNvPr>
            <p:cNvSpPr/>
            <p:nvPr/>
          </p:nvSpPr>
          <p:spPr>
            <a:xfrm>
              <a:off x="6008243" y="3011252"/>
              <a:ext cx="102642" cy="102574"/>
            </a:xfrm>
            <a:custGeom>
              <a:avLst/>
              <a:gdLst>
                <a:gd name="connsiteX0" fmla="*/ 51287 w 102641"/>
                <a:gd name="connsiteY0" fmla="*/ 102574 h 102574"/>
                <a:gd name="connsiteX1" fmla="*/ 0 w 102641"/>
                <a:gd name="connsiteY1" fmla="*/ 51287 h 102574"/>
                <a:gd name="connsiteX2" fmla="*/ 51287 w 102641"/>
                <a:gd name="connsiteY2" fmla="*/ 0 h 102574"/>
                <a:gd name="connsiteX3" fmla="*/ 102641 w 102641"/>
                <a:gd name="connsiteY3" fmla="*/ 51287 h 102574"/>
                <a:gd name="connsiteX4" fmla="*/ 51287 w 102641"/>
                <a:gd name="connsiteY4" fmla="*/ 102574 h 1025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641" h="102574">
                  <a:moveTo>
                    <a:pt x="51287" y="102574"/>
                  </a:moveTo>
                  <a:cubicBezTo>
                    <a:pt x="22958" y="102574"/>
                    <a:pt x="0" y="79616"/>
                    <a:pt x="0" y="51287"/>
                  </a:cubicBezTo>
                  <a:cubicBezTo>
                    <a:pt x="0" y="22958"/>
                    <a:pt x="22958" y="0"/>
                    <a:pt x="51287" y="0"/>
                  </a:cubicBezTo>
                  <a:cubicBezTo>
                    <a:pt x="79616" y="0"/>
                    <a:pt x="102641" y="22958"/>
                    <a:pt x="102641" y="51287"/>
                  </a:cubicBezTo>
                  <a:cubicBezTo>
                    <a:pt x="102641" y="79616"/>
                    <a:pt x="79683" y="102574"/>
                    <a:pt x="51287" y="102574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8CD1EC3-F115-3420-310F-8CA628BEB84A}"/>
                </a:ext>
              </a:extLst>
            </p:cNvPr>
            <p:cNvSpPr/>
            <p:nvPr/>
          </p:nvSpPr>
          <p:spPr>
            <a:xfrm>
              <a:off x="5768186" y="3024611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D6A6C5E-00F2-92B4-1D04-8FBCC1FB7B73}"/>
                </a:ext>
              </a:extLst>
            </p:cNvPr>
            <p:cNvSpPr/>
            <p:nvPr/>
          </p:nvSpPr>
          <p:spPr>
            <a:xfrm>
              <a:off x="5490135" y="2999974"/>
              <a:ext cx="125129" cy="125129"/>
            </a:xfrm>
            <a:custGeom>
              <a:avLst/>
              <a:gdLst>
                <a:gd name="connsiteX0" fmla="*/ 125129 w 125129"/>
                <a:gd name="connsiteY0" fmla="*/ 62565 h 125129"/>
                <a:gd name="connsiteX1" fmla="*/ 62565 w 125129"/>
                <a:gd name="connsiteY1" fmla="*/ 125130 h 125129"/>
                <a:gd name="connsiteX2" fmla="*/ 0 w 125129"/>
                <a:gd name="connsiteY2" fmla="*/ 62565 h 125129"/>
                <a:gd name="connsiteX3" fmla="*/ 62565 w 125129"/>
                <a:gd name="connsiteY3" fmla="*/ 0 h 125129"/>
                <a:gd name="connsiteX4" fmla="*/ 125129 w 125129"/>
                <a:gd name="connsiteY4" fmla="*/ 62565 h 125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129" h="125129">
                  <a:moveTo>
                    <a:pt x="125129" y="62565"/>
                  </a:moveTo>
                  <a:cubicBezTo>
                    <a:pt x="125129" y="97118"/>
                    <a:pt x="97118" y="125130"/>
                    <a:pt x="62565" y="125130"/>
                  </a:cubicBezTo>
                  <a:cubicBezTo>
                    <a:pt x="28011" y="125130"/>
                    <a:pt x="0" y="97118"/>
                    <a:pt x="0" y="62565"/>
                  </a:cubicBezTo>
                  <a:cubicBezTo>
                    <a:pt x="0" y="28011"/>
                    <a:pt x="28011" y="0"/>
                    <a:pt x="62565" y="0"/>
                  </a:cubicBezTo>
                  <a:cubicBezTo>
                    <a:pt x="97118" y="0"/>
                    <a:pt x="125129" y="28011"/>
                    <a:pt x="125129" y="6256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FA193CD-79CB-2AAC-1602-17AB78D44C5E}"/>
                </a:ext>
              </a:extLst>
            </p:cNvPr>
            <p:cNvSpPr/>
            <p:nvPr/>
          </p:nvSpPr>
          <p:spPr>
            <a:xfrm>
              <a:off x="5264848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5397435-AD93-2E1D-8558-21C91B079F21}"/>
                </a:ext>
              </a:extLst>
            </p:cNvPr>
            <p:cNvSpPr/>
            <p:nvPr/>
          </p:nvSpPr>
          <p:spPr>
            <a:xfrm>
              <a:off x="5018480" y="3035150"/>
              <a:ext cx="54777" cy="54777"/>
            </a:xfrm>
            <a:custGeom>
              <a:avLst/>
              <a:gdLst>
                <a:gd name="connsiteX0" fmla="*/ 54778 w 54777"/>
                <a:gd name="connsiteY0" fmla="*/ 27389 h 54777"/>
                <a:gd name="connsiteX1" fmla="*/ 27389 w 54777"/>
                <a:gd name="connsiteY1" fmla="*/ 54778 h 54777"/>
                <a:gd name="connsiteX2" fmla="*/ 0 w 54777"/>
                <a:gd name="connsiteY2" fmla="*/ 27389 h 54777"/>
                <a:gd name="connsiteX3" fmla="*/ 27389 w 54777"/>
                <a:gd name="connsiteY3" fmla="*/ 0 h 54777"/>
                <a:gd name="connsiteX4" fmla="*/ 54778 w 54777"/>
                <a:gd name="connsiteY4" fmla="*/ 27389 h 547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777" h="54777">
                  <a:moveTo>
                    <a:pt x="54778" y="27389"/>
                  </a:moveTo>
                  <a:cubicBezTo>
                    <a:pt x="54778" y="42515"/>
                    <a:pt x="42515" y="54778"/>
                    <a:pt x="27389" y="54778"/>
                  </a:cubicBezTo>
                  <a:cubicBezTo>
                    <a:pt x="12262" y="54778"/>
                    <a:pt x="0" y="42515"/>
                    <a:pt x="0" y="27389"/>
                  </a:cubicBezTo>
                  <a:cubicBezTo>
                    <a:pt x="0" y="12262"/>
                    <a:pt x="12262" y="0"/>
                    <a:pt x="27389" y="0"/>
                  </a:cubicBezTo>
                  <a:cubicBezTo>
                    <a:pt x="42515" y="0"/>
                    <a:pt x="54778" y="12263"/>
                    <a:pt x="54778" y="27389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D45AE4D-4811-5BF4-3F8F-671DBA80C515}"/>
                </a:ext>
              </a:extLst>
            </p:cNvPr>
            <p:cNvSpPr/>
            <p:nvPr/>
          </p:nvSpPr>
          <p:spPr>
            <a:xfrm>
              <a:off x="4758016" y="3028034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535BC48E-227B-A962-E287-E4EAAD799403}"/>
                </a:ext>
              </a:extLst>
            </p:cNvPr>
            <p:cNvSpPr/>
            <p:nvPr/>
          </p:nvSpPr>
          <p:spPr>
            <a:xfrm>
              <a:off x="4251857" y="3028773"/>
              <a:ext cx="67532" cy="67532"/>
            </a:xfrm>
            <a:custGeom>
              <a:avLst/>
              <a:gdLst>
                <a:gd name="connsiteX0" fmla="*/ 67532 w 67532"/>
                <a:gd name="connsiteY0" fmla="*/ 33766 h 67532"/>
                <a:gd name="connsiteX1" fmla="*/ 33766 w 67532"/>
                <a:gd name="connsiteY1" fmla="*/ 67532 h 67532"/>
                <a:gd name="connsiteX2" fmla="*/ 0 w 67532"/>
                <a:gd name="connsiteY2" fmla="*/ 33766 h 67532"/>
                <a:gd name="connsiteX3" fmla="*/ 33766 w 67532"/>
                <a:gd name="connsiteY3" fmla="*/ 0 h 67532"/>
                <a:gd name="connsiteX4" fmla="*/ 67532 w 67532"/>
                <a:gd name="connsiteY4" fmla="*/ 33766 h 6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532" h="67532">
                  <a:moveTo>
                    <a:pt x="67532" y="33766"/>
                  </a:moveTo>
                  <a:cubicBezTo>
                    <a:pt x="67532" y="52415"/>
                    <a:pt x="52415" y="67532"/>
                    <a:pt x="33766" y="67532"/>
                  </a:cubicBezTo>
                  <a:cubicBezTo>
                    <a:pt x="15117" y="67532"/>
                    <a:pt x="0" y="52415"/>
                    <a:pt x="0" y="33766"/>
                  </a:cubicBezTo>
                  <a:cubicBezTo>
                    <a:pt x="0" y="15118"/>
                    <a:pt x="15117" y="0"/>
                    <a:pt x="33766" y="0"/>
                  </a:cubicBezTo>
                  <a:cubicBezTo>
                    <a:pt x="52415" y="0"/>
                    <a:pt x="67532" y="15118"/>
                    <a:pt x="67532" y="3376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C0C99A4-1E19-8ABC-9D47-5DD8A1050169}"/>
                </a:ext>
              </a:extLst>
            </p:cNvPr>
            <p:cNvSpPr/>
            <p:nvPr/>
          </p:nvSpPr>
          <p:spPr>
            <a:xfrm>
              <a:off x="6031470" y="3287894"/>
              <a:ext cx="56187" cy="56120"/>
            </a:xfrm>
            <a:custGeom>
              <a:avLst/>
              <a:gdLst>
                <a:gd name="connsiteX0" fmla="*/ 28060 w 56187"/>
                <a:gd name="connsiteY0" fmla="*/ 56120 h 56120"/>
                <a:gd name="connsiteX1" fmla="*/ 0 w 56187"/>
                <a:gd name="connsiteY1" fmla="*/ 28060 h 56120"/>
                <a:gd name="connsiteX2" fmla="*/ 28060 w 56187"/>
                <a:gd name="connsiteY2" fmla="*/ 0 h 56120"/>
                <a:gd name="connsiteX3" fmla="*/ 56187 w 56187"/>
                <a:gd name="connsiteY3" fmla="*/ 28060 h 56120"/>
                <a:gd name="connsiteX4" fmla="*/ 28060 w 56187"/>
                <a:gd name="connsiteY4" fmla="*/ 56120 h 56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187" h="56120">
                  <a:moveTo>
                    <a:pt x="28060" y="56120"/>
                  </a:moveTo>
                  <a:cubicBezTo>
                    <a:pt x="12553" y="56120"/>
                    <a:pt x="0" y="43567"/>
                    <a:pt x="0" y="28060"/>
                  </a:cubicBezTo>
                  <a:cubicBezTo>
                    <a:pt x="0" y="12553"/>
                    <a:pt x="12553" y="0"/>
                    <a:pt x="28060" y="0"/>
                  </a:cubicBezTo>
                  <a:cubicBezTo>
                    <a:pt x="43567" y="0"/>
                    <a:pt x="56187" y="12553"/>
                    <a:pt x="56187" y="28060"/>
                  </a:cubicBezTo>
                  <a:cubicBezTo>
                    <a:pt x="56187" y="43567"/>
                    <a:pt x="43634" y="56120"/>
                    <a:pt x="28060" y="5612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EB821136-8D23-E9D3-1EAF-0DDF01D5D157}"/>
                </a:ext>
              </a:extLst>
            </p:cNvPr>
            <p:cNvSpPr/>
            <p:nvPr/>
          </p:nvSpPr>
          <p:spPr>
            <a:xfrm>
              <a:off x="5506380" y="3269501"/>
              <a:ext cx="92706" cy="92773"/>
            </a:xfrm>
            <a:custGeom>
              <a:avLst/>
              <a:gdLst>
                <a:gd name="connsiteX0" fmla="*/ 46319 w 92705"/>
                <a:gd name="connsiteY0" fmla="*/ 92773 h 92773"/>
                <a:gd name="connsiteX1" fmla="*/ 0 w 92705"/>
                <a:gd name="connsiteY1" fmla="*/ 46387 h 92773"/>
                <a:gd name="connsiteX2" fmla="*/ 46319 w 92705"/>
                <a:gd name="connsiteY2" fmla="*/ 0 h 92773"/>
                <a:gd name="connsiteX3" fmla="*/ 92706 w 92705"/>
                <a:gd name="connsiteY3" fmla="*/ 46387 h 92773"/>
                <a:gd name="connsiteX4" fmla="*/ 46319 w 92705"/>
                <a:gd name="connsiteY4" fmla="*/ 92773 h 92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705" h="92773">
                  <a:moveTo>
                    <a:pt x="46319" y="92773"/>
                  </a:moveTo>
                  <a:cubicBezTo>
                    <a:pt x="20743" y="92773"/>
                    <a:pt x="0" y="72030"/>
                    <a:pt x="0" y="46387"/>
                  </a:cubicBezTo>
                  <a:cubicBezTo>
                    <a:pt x="0" y="20743"/>
                    <a:pt x="20743" y="0"/>
                    <a:pt x="46319" y="0"/>
                  </a:cubicBezTo>
                  <a:cubicBezTo>
                    <a:pt x="71896" y="0"/>
                    <a:pt x="92706" y="20743"/>
                    <a:pt x="92706" y="46387"/>
                  </a:cubicBezTo>
                  <a:cubicBezTo>
                    <a:pt x="92706" y="72030"/>
                    <a:pt x="71896" y="92773"/>
                    <a:pt x="46319" y="92773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BFFC22F-E859-9DBF-1DEA-625683555326}"/>
                </a:ext>
              </a:extLst>
            </p:cNvPr>
            <p:cNvSpPr/>
            <p:nvPr/>
          </p:nvSpPr>
          <p:spPr>
            <a:xfrm>
              <a:off x="5264847" y="3281450"/>
              <a:ext cx="68875" cy="68875"/>
            </a:xfrm>
            <a:custGeom>
              <a:avLst/>
              <a:gdLst>
                <a:gd name="connsiteX0" fmla="*/ 34437 w 68874"/>
                <a:gd name="connsiteY0" fmla="*/ 68875 h 68875"/>
                <a:gd name="connsiteX1" fmla="*/ 0 w 68874"/>
                <a:gd name="connsiteY1" fmla="*/ 34438 h 68875"/>
                <a:gd name="connsiteX2" fmla="*/ 34437 w 68874"/>
                <a:gd name="connsiteY2" fmla="*/ 0 h 68875"/>
                <a:gd name="connsiteX3" fmla="*/ 68875 w 68874"/>
                <a:gd name="connsiteY3" fmla="*/ 34438 h 68875"/>
                <a:gd name="connsiteX4" fmla="*/ 34437 w 68874"/>
                <a:gd name="connsiteY4" fmla="*/ 68875 h 68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874" h="68875">
                  <a:moveTo>
                    <a:pt x="34437" y="68875"/>
                  </a:moveTo>
                  <a:cubicBezTo>
                    <a:pt x="15440" y="68875"/>
                    <a:pt x="0" y="53435"/>
                    <a:pt x="0" y="34438"/>
                  </a:cubicBezTo>
                  <a:cubicBezTo>
                    <a:pt x="0" y="15440"/>
                    <a:pt x="15440" y="0"/>
                    <a:pt x="34437" y="0"/>
                  </a:cubicBezTo>
                  <a:cubicBezTo>
                    <a:pt x="53435" y="0"/>
                    <a:pt x="68875" y="15440"/>
                    <a:pt x="68875" y="34438"/>
                  </a:cubicBezTo>
                  <a:cubicBezTo>
                    <a:pt x="68875" y="53435"/>
                    <a:pt x="53435" y="68875"/>
                    <a:pt x="34437" y="68875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312DE7-844C-B295-FA8B-E06CDF1FFA70}"/>
                </a:ext>
              </a:extLst>
            </p:cNvPr>
            <p:cNvSpPr/>
            <p:nvPr/>
          </p:nvSpPr>
          <p:spPr>
            <a:xfrm>
              <a:off x="5008679" y="3278766"/>
              <a:ext cx="74380" cy="74379"/>
            </a:xfrm>
            <a:custGeom>
              <a:avLst/>
              <a:gdLst>
                <a:gd name="connsiteX0" fmla="*/ 74380 w 74379"/>
                <a:gd name="connsiteY0" fmla="*/ 37190 h 74379"/>
                <a:gd name="connsiteX1" fmla="*/ 37190 w 74379"/>
                <a:gd name="connsiteY1" fmla="*/ 74380 h 74379"/>
                <a:gd name="connsiteX2" fmla="*/ 0 w 74379"/>
                <a:gd name="connsiteY2" fmla="*/ 37190 h 74379"/>
                <a:gd name="connsiteX3" fmla="*/ 37190 w 74379"/>
                <a:gd name="connsiteY3" fmla="*/ 0 h 74379"/>
                <a:gd name="connsiteX4" fmla="*/ 74380 w 74379"/>
                <a:gd name="connsiteY4" fmla="*/ 37190 h 74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79" h="74379">
                  <a:moveTo>
                    <a:pt x="74380" y="37190"/>
                  </a:moveTo>
                  <a:cubicBezTo>
                    <a:pt x="74380" y="57729"/>
                    <a:pt x="57729" y="74380"/>
                    <a:pt x="37190" y="74380"/>
                  </a:cubicBezTo>
                  <a:cubicBezTo>
                    <a:pt x="16651" y="74380"/>
                    <a:pt x="0" y="57729"/>
                    <a:pt x="0" y="37190"/>
                  </a:cubicBezTo>
                  <a:cubicBezTo>
                    <a:pt x="0" y="16650"/>
                    <a:pt x="16651" y="0"/>
                    <a:pt x="37190" y="0"/>
                  </a:cubicBezTo>
                  <a:cubicBezTo>
                    <a:pt x="57729" y="0"/>
                    <a:pt x="74380" y="16650"/>
                    <a:pt x="74380" y="37190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2D87930-5D41-353E-A762-75DD339FCB56}"/>
                </a:ext>
              </a:extLst>
            </p:cNvPr>
            <p:cNvSpPr/>
            <p:nvPr/>
          </p:nvSpPr>
          <p:spPr>
            <a:xfrm>
              <a:off x="4754524" y="3278026"/>
              <a:ext cx="75856" cy="75856"/>
            </a:xfrm>
            <a:custGeom>
              <a:avLst/>
              <a:gdLst>
                <a:gd name="connsiteX0" fmla="*/ 75856 w 75856"/>
                <a:gd name="connsiteY0" fmla="*/ 37928 h 75856"/>
                <a:gd name="connsiteX1" fmla="*/ 37928 w 75856"/>
                <a:gd name="connsiteY1" fmla="*/ 75856 h 75856"/>
                <a:gd name="connsiteX2" fmla="*/ 0 w 75856"/>
                <a:gd name="connsiteY2" fmla="*/ 37928 h 75856"/>
                <a:gd name="connsiteX3" fmla="*/ 37928 w 75856"/>
                <a:gd name="connsiteY3" fmla="*/ 0 h 75856"/>
                <a:gd name="connsiteX4" fmla="*/ 75856 w 75856"/>
                <a:gd name="connsiteY4" fmla="*/ 37928 h 75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56" h="75856">
                  <a:moveTo>
                    <a:pt x="75856" y="37928"/>
                  </a:moveTo>
                  <a:cubicBezTo>
                    <a:pt x="75856" y="58876"/>
                    <a:pt x="58875" y="75856"/>
                    <a:pt x="37928" y="75856"/>
                  </a:cubicBezTo>
                  <a:cubicBezTo>
                    <a:pt x="16981" y="75856"/>
                    <a:pt x="0" y="58875"/>
                    <a:pt x="0" y="37928"/>
                  </a:cubicBezTo>
                  <a:cubicBezTo>
                    <a:pt x="0" y="16981"/>
                    <a:pt x="16981" y="0"/>
                    <a:pt x="37928" y="0"/>
                  </a:cubicBezTo>
                  <a:cubicBezTo>
                    <a:pt x="58875" y="0"/>
                    <a:pt x="75856" y="16981"/>
                    <a:pt x="75856" y="3792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68BC656-9BDF-BAC6-5544-21BB392DB997}"/>
                </a:ext>
              </a:extLst>
            </p:cNvPr>
            <p:cNvSpPr/>
            <p:nvPr/>
          </p:nvSpPr>
          <p:spPr>
            <a:xfrm>
              <a:off x="6028581" y="3538423"/>
              <a:ext cx="61893" cy="61893"/>
            </a:xfrm>
            <a:custGeom>
              <a:avLst/>
              <a:gdLst>
                <a:gd name="connsiteX0" fmla="*/ 61894 w 61893"/>
                <a:gd name="connsiteY0" fmla="*/ 30947 h 61893"/>
                <a:gd name="connsiteX1" fmla="*/ 30947 w 61893"/>
                <a:gd name="connsiteY1" fmla="*/ 61893 h 61893"/>
                <a:gd name="connsiteX2" fmla="*/ 0 w 61893"/>
                <a:gd name="connsiteY2" fmla="*/ 30947 h 61893"/>
                <a:gd name="connsiteX3" fmla="*/ 30947 w 61893"/>
                <a:gd name="connsiteY3" fmla="*/ 0 h 61893"/>
                <a:gd name="connsiteX4" fmla="*/ 61894 w 61893"/>
                <a:gd name="connsiteY4" fmla="*/ 30947 h 61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893" h="61893">
                  <a:moveTo>
                    <a:pt x="61894" y="30947"/>
                  </a:moveTo>
                  <a:cubicBezTo>
                    <a:pt x="61894" y="48038"/>
                    <a:pt x="48038" y="61893"/>
                    <a:pt x="30947" y="61893"/>
                  </a:cubicBezTo>
                  <a:cubicBezTo>
                    <a:pt x="13856" y="61893"/>
                    <a:pt x="0" y="48038"/>
                    <a:pt x="0" y="30947"/>
                  </a:cubicBezTo>
                  <a:cubicBezTo>
                    <a:pt x="0" y="13855"/>
                    <a:pt x="13856" y="0"/>
                    <a:pt x="30947" y="0"/>
                  </a:cubicBezTo>
                  <a:cubicBezTo>
                    <a:pt x="48038" y="0"/>
                    <a:pt x="61894" y="13855"/>
                    <a:pt x="61894" y="30947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64ED104-6032-7799-3BAF-D93848F3A153}"/>
                </a:ext>
              </a:extLst>
            </p:cNvPr>
            <p:cNvSpPr/>
            <p:nvPr/>
          </p:nvSpPr>
          <p:spPr>
            <a:xfrm>
              <a:off x="5513359" y="3530031"/>
              <a:ext cx="78675" cy="78675"/>
            </a:xfrm>
            <a:custGeom>
              <a:avLst/>
              <a:gdLst>
                <a:gd name="connsiteX0" fmla="*/ 78676 w 78675"/>
                <a:gd name="connsiteY0" fmla="*/ 39338 h 78675"/>
                <a:gd name="connsiteX1" fmla="*/ 39338 w 78675"/>
                <a:gd name="connsiteY1" fmla="*/ 78676 h 78675"/>
                <a:gd name="connsiteX2" fmla="*/ 0 w 78675"/>
                <a:gd name="connsiteY2" fmla="*/ 39338 h 78675"/>
                <a:gd name="connsiteX3" fmla="*/ 39338 w 78675"/>
                <a:gd name="connsiteY3" fmla="*/ 0 h 78675"/>
                <a:gd name="connsiteX4" fmla="*/ 78676 w 78675"/>
                <a:gd name="connsiteY4" fmla="*/ 39338 h 7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675" h="78675">
                  <a:moveTo>
                    <a:pt x="78676" y="39338"/>
                  </a:moveTo>
                  <a:cubicBezTo>
                    <a:pt x="78676" y="61064"/>
                    <a:pt x="61064" y="78676"/>
                    <a:pt x="39338" y="78676"/>
                  </a:cubicBezTo>
                  <a:cubicBezTo>
                    <a:pt x="17612" y="78676"/>
                    <a:pt x="0" y="61064"/>
                    <a:pt x="0" y="39338"/>
                  </a:cubicBezTo>
                  <a:cubicBezTo>
                    <a:pt x="0" y="17612"/>
                    <a:pt x="17612" y="0"/>
                    <a:pt x="39338" y="0"/>
                  </a:cubicBezTo>
                  <a:cubicBezTo>
                    <a:pt x="61064" y="0"/>
                    <a:pt x="78676" y="17612"/>
                    <a:pt x="78676" y="39338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07EDAB9-8D0B-4DCF-C23E-1154CD96132A}"/>
                </a:ext>
              </a:extLst>
            </p:cNvPr>
            <p:cNvSpPr/>
            <p:nvPr/>
          </p:nvSpPr>
          <p:spPr>
            <a:xfrm>
              <a:off x="5259203" y="3529291"/>
              <a:ext cx="80152" cy="80152"/>
            </a:xfrm>
            <a:custGeom>
              <a:avLst/>
              <a:gdLst>
                <a:gd name="connsiteX0" fmla="*/ 80153 w 80152"/>
                <a:gd name="connsiteY0" fmla="*/ 40076 h 80152"/>
                <a:gd name="connsiteX1" fmla="*/ 40077 w 80152"/>
                <a:gd name="connsiteY1" fmla="*/ 80153 h 80152"/>
                <a:gd name="connsiteX2" fmla="*/ 0 w 80152"/>
                <a:gd name="connsiteY2" fmla="*/ 40076 h 80152"/>
                <a:gd name="connsiteX3" fmla="*/ 40077 w 80152"/>
                <a:gd name="connsiteY3" fmla="*/ 0 h 80152"/>
                <a:gd name="connsiteX4" fmla="*/ 80153 w 80152"/>
                <a:gd name="connsiteY4" fmla="*/ 40076 h 8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152" h="80152">
                  <a:moveTo>
                    <a:pt x="80153" y="40076"/>
                  </a:moveTo>
                  <a:cubicBezTo>
                    <a:pt x="80153" y="62210"/>
                    <a:pt x="62210" y="80153"/>
                    <a:pt x="40077" y="80153"/>
                  </a:cubicBezTo>
                  <a:cubicBezTo>
                    <a:pt x="17943" y="80153"/>
                    <a:pt x="0" y="62210"/>
                    <a:pt x="0" y="40076"/>
                  </a:cubicBezTo>
                  <a:cubicBezTo>
                    <a:pt x="0" y="17943"/>
                    <a:pt x="17943" y="0"/>
                    <a:pt x="40077" y="0"/>
                  </a:cubicBezTo>
                  <a:cubicBezTo>
                    <a:pt x="62210" y="0"/>
                    <a:pt x="80153" y="17943"/>
                    <a:pt x="80153" y="40076"/>
                  </a:cubicBezTo>
                  <a:close/>
                </a:path>
              </a:pathLst>
            </a:custGeom>
            <a:grpFill/>
            <a:ln w="67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65392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63" y="333374"/>
            <a:ext cx="5773737" cy="11244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3500" b="0" i="0" kern="1200" dirty="0" smtClean="0">
                <a:solidFill>
                  <a:schemeClr val="accent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Keep Your Header To 2 Lines Of Copy</a:t>
            </a:r>
          </a:p>
        </p:txBody>
      </p:sp>
      <p:sp>
        <p:nvSpPr>
          <p:cNvPr id="36" name="Text Placeholder 29">
            <a:extLst>
              <a:ext uri="{FF2B5EF4-FFF2-40B4-BE49-F238E27FC236}">
                <a16:creationId xmlns:a16="http://schemas.microsoft.com/office/drawing/2014/main" id="{F885918C-80CD-5D20-909F-A0A419F5433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1505814"/>
            <a:ext cx="5773738" cy="2898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b="0" i="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 err="1"/>
              <a:t>Subheader</a:t>
            </a:r>
            <a:r>
              <a:rPr lang="en-US"/>
              <a:t> Copy Here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F29A6B-9DAA-F95D-F992-9A18571428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963" y="6430452"/>
            <a:ext cx="1606473" cy="16064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ABEE22BC-69E4-93B5-FF0E-587778023ABB}"/>
              </a:ext>
            </a:extLst>
          </p:cNvPr>
          <p:cNvSpPr/>
          <p:nvPr userDrawn="1"/>
        </p:nvSpPr>
        <p:spPr>
          <a:xfrm rot="10800000" flipH="1">
            <a:off x="-1" y="6783977"/>
            <a:ext cx="12192001" cy="827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135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240463" y="0"/>
            <a:ext cx="5951537" cy="6783388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88F052C1-EA4D-A4BC-C9D3-225312AD3CB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962" y="2234242"/>
            <a:ext cx="5773738" cy="3588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b="0" i="0" kern="1200" dirty="0" smtClean="0">
                <a:solidFill>
                  <a:schemeClr val="tx1"/>
                </a:solidFill>
                <a:latin typeface="Metronic Pro Air" panose="02000000000000000000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s-MX"/>
              <a:t>B</a:t>
            </a:r>
            <a:r>
              <a:rPr lang="en-US" err="1"/>
              <a:t>ase</a:t>
            </a:r>
            <a:r>
              <a:rPr lang="en-US"/>
              <a:t> text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62884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one column"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8C3DC6E-5F58-6396-CAF4-E5DFDDA0C1F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-1" y="0"/>
            <a:ext cx="12192001" cy="6858000"/>
          </a:xfrm>
          <a:prstGeom prst="rect">
            <a:avLst/>
          </a:prstGeom>
        </p:spPr>
        <p:txBody>
          <a:bodyPr anchor="ctr" anchorCtr="0"/>
          <a:lstStyle>
            <a:lvl1pPr marL="0" indent="0" algn="ctr">
              <a:buNone/>
              <a:defRPr sz="1400"/>
            </a:lvl1pPr>
          </a:lstStyle>
          <a:p>
            <a:r>
              <a:rPr lang="es-MX" err="1"/>
              <a:t>Image</a:t>
            </a:r>
            <a:endParaRPr lang="en-US"/>
          </a:p>
        </p:txBody>
      </p:sp>
      <p:sp>
        <p:nvSpPr>
          <p:cNvPr id="39" name="Text Placeholder 25">
            <a:extLst>
              <a:ext uri="{FF2B5EF4-FFF2-40B4-BE49-F238E27FC236}">
                <a16:creationId xmlns:a16="http://schemas.microsoft.com/office/drawing/2014/main" id="{C7ABEE02-B12F-8427-064B-9EE914359E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09130" y="2732612"/>
            <a:ext cx="5773737" cy="69638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3500" b="0" i="0" kern="1200" dirty="0" smtClean="0">
                <a:solidFill>
                  <a:schemeClr val="tx1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1pPr>
            <a:lvl2pPr marL="4572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2pPr>
            <a:lvl3pPr marL="9144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3pPr>
            <a:lvl4pPr marL="1371600" indent="0">
              <a:buNone/>
              <a:defRPr lang="en-US" sz="3500" b="0" i="0" kern="1200" dirty="0" smtClean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4pPr>
            <a:lvl5pPr marL="1828800" indent="0">
              <a:buNone/>
              <a:defRPr lang="en-US" sz="3500" b="0" i="0" kern="1200" dirty="0">
                <a:solidFill>
                  <a:srgbClr val="009CF4"/>
                </a:solidFill>
                <a:latin typeface="Metronic Pro Light" panose="02000000000000000000" pitchFamily="2" charset="77"/>
                <a:ea typeface="+mj-ea"/>
                <a:cs typeface="+mj-cs"/>
              </a:defRPr>
            </a:lvl5pPr>
          </a:lstStyle>
          <a:p>
            <a:r>
              <a:rPr lang="en-US" sz="3500" b="0" i="0">
                <a:solidFill>
                  <a:srgbClr val="009CF4"/>
                </a:solidFill>
                <a:latin typeface="Metronic Pro Light" panose="02000000000000000000" pitchFamily="2" charset="77"/>
              </a:rPr>
              <a:t>Header</a:t>
            </a:r>
          </a:p>
        </p:txBody>
      </p:sp>
      <p:sp>
        <p:nvSpPr>
          <p:cNvPr id="6" name="Marcador de número de diapositiva 4">
            <a:extLst>
              <a:ext uri="{FF2B5EF4-FFF2-40B4-BE49-F238E27FC236}">
                <a16:creationId xmlns:a16="http://schemas.microsoft.com/office/drawing/2014/main" id="{ED89A871-B454-7F77-8B01-F42DA35F16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2"/>
                </a:solidFill>
                <a:latin typeface="Uni Neue Book" pitchFamily="50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978845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86D1-AC61-C19C-ACE2-40F4DE88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3BD35-3721-C530-FA16-044ABA043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DF5C0-C8DB-D01D-8D80-30C2921B3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FEF83-B6DC-442F-8C0C-381834CAF279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EEEB9A-09CB-D653-34CF-B965B8369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en-US"/>
              <a:t>INTERNAL USE ONLY – DO NOT DISTRIBUTE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C26F1-DD73-5212-1BCC-7AA002F98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0759B6-AE3A-4F53-8E33-A78115499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7807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331F0FC-651F-4855-B9AC-787E925DB3A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24" y="0"/>
            <a:ext cx="12188952" cy="5686613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8" name="Object 7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8" name="Object 7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3"/>
          <p:cNvSpPr>
            <a:spLocks noGrp="1"/>
          </p:cNvSpPr>
          <p:nvPr>
            <p:ph type="body" sz="quarter" idx="11" hasCustomPrompt="1"/>
          </p:nvPr>
        </p:nvSpPr>
        <p:spPr>
          <a:xfrm>
            <a:off x="498039" y="5939236"/>
            <a:ext cx="11182054" cy="397369"/>
          </a:xfrm>
        </p:spPr>
        <p:txBody>
          <a:bodyPr>
            <a:noAutofit/>
          </a:bodyPr>
          <a:lstStyle>
            <a:lvl1pPr marL="0" indent="0"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5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498039" y="6404194"/>
            <a:ext cx="11182054" cy="26969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 201X</a:t>
            </a:r>
          </a:p>
        </p:txBody>
      </p:sp>
    </p:spTree>
    <p:extLst>
      <p:ext uri="{BB962C8B-B14F-4D97-AF65-F5344CB8AC3E}">
        <p14:creationId xmlns:p14="http://schemas.microsoft.com/office/powerpoint/2010/main" val="113785150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5309224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49081155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2159904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10441762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7FCBF8D-8A5C-4D2A-A375-CBA15819F41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F2ECD4-2838-44CF-9553-76CBCAE6E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1501844"/>
            <a:ext cx="10441762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CB1DA38-0854-4769-81B9-9A69E9E224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748065"/>
            <a:ext cx="10441762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02710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spcAft>
                <a:spcPts val="0"/>
              </a:spcAft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963509"/>
            <a:ext cx="5029200" cy="3893413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09F676-14FC-4367-BFF7-FE9F6B98EB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B777FFED-B929-469F-9805-7A171F98C4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9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FF3490C5-4D44-4C46-93A1-2690CFE5EA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199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D642F1EE-FFCF-47DC-B915-C276F7C48F4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43185" y="1501844"/>
            <a:ext cx="5029200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B14F108-0DD5-4CAD-A343-358FF1111CB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43185" y="1748065"/>
            <a:ext cx="5029200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4BBB80-4947-F358-767D-0B03A745115C}"/>
              </a:ext>
            </a:extLst>
          </p:cNvPr>
          <p:cNvSpPr/>
          <p:nvPr userDrawn="1"/>
        </p:nvSpPr>
        <p:spPr>
          <a:xfrm>
            <a:off x="9525000" y="6120615"/>
            <a:ext cx="1647385" cy="698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790108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426401"/>
            <a:ext cx="10334185" cy="387798"/>
          </a:xfrm>
          <a:prstGeom prst="rect">
            <a:avLst/>
          </a:prstGeom>
        </p:spPr>
        <p:txBody>
          <a:bodyPr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DC1B1859-06CB-4572-B7A4-FE71A1948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199" y="5913438"/>
            <a:ext cx="5593081" cy="442914"/>
          </a:xfrm>
        </p:spPr>
        <p:txBody>
          <a:bodyPr anchor="b">
            <a:normAutofit/>
          </a:bodyPr>
          <a:lstStyle>
            <a:lvl1pPr marL="0" indent="0">
              <a:spcAft>
                <a:spcPts val="0"/>
              </a:spcAft>
              <a:buNone/>
              <a:defRPr sz="800">
                <a:solidFill>
                  <a:schemeClr val="tx2"/>
                </a:solidFill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3996F89-FE14-4DCF-BCE0-2B444EED243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198" y="1501844"/>
            <a:ext cx="10334185" cy="246221"/>
          </a:xfrm>
        </p:spPr>
        <p:txBody>
          <a:bodyPr wrap="square" anchor="t">
            <a:spAutoFit/>
          </a:bodyPr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9989717-760E-4B38-9791-EA9F8810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198" y="1748065"/>
            <a:ext cx="10334185" cy="215444"/>
          </a:xfrm>
        </p:spPr>
        <p:txBody>
          <a:bodyPr wrap="square">
            <a:spAutoFit/>
          </a:bodyPr>
          <a:lstStyle>
            <a:lvl1pPr marL="0" indent="0">
              <a:spcAft>
                <a:spcPts val="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365760" indent="0">
              <a:buNone/>
              <a:defRPr/>
            </a:lvl2pPr>
            <a:lvl3pPr marL="6400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50796631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0955447-DF94-481B-939A-77DEE324686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2246313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240833"/>
            <a:ext cx="10441762" cy="26160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2579593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97068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BEFA0A2-D254-4B28-B833-2F038B9FB13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443538" cy="63087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143185" y="365128"/>
            <a:ext cx="5029200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0EE7BD-8D42-41EB-8BB0-77771E2D8D3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43185" y="1505585"/>
            <a:ext cx="5029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66858358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No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216455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00877203-8E92-4EBE-BA14-6B431ECD7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0A6A517-FF6A-4BE3-97AF-BB045913C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7867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12" descr="A picture containing building, outdoor, sky&#10;&#10;Description generated with high confidence">
            <a:extLst>
              <a:ext uri="{FF2B5EF4-FFF2-40B4-BE49-F238E27FC236}">
                <a16:creationId xmlns:a16="http://schemas.microsoft.com/office/drawing/2014/main" id="{6FE1F56B-7CDD-4C10-A37B-C0C91631F5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88952" cy="6309360"/>
          </a:xfrm>
          <a:prstGeom prst="rect">
            <a:avLst/>
          </a:prstGeom>
        </p:spPr>
      </p:pic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38" imgH="338" progId="TCLayout.ActiveDocument.1">
                  <p:embed/>
                </p:oleObj>
              </mc:Choice>
              <mc:Fallback>
                <p:oleObj name="think-cell Slide" r:id="rId4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87041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0B2B-CB69-46C5-8BBC-D6B093ACA77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2" cy="630936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graphicFrame>
        <p:nvGraphicFramePr>
          <p:cNvPr id="7" name="Object 6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38" imgH="338" progId="TCLayout.ActiveDocument.1">
                  <p:embed/>
                </p:oleObj>
              </mc:Choice>
              <mc:Fallback>
                <p:oleObj name="think-cell Slide" r:id="rId3" imgW="338" imgH="338" progId="TCLayout.ActiveDocument.1">
                  <p:embed/>
                  <p:pic>
                    <p:nvPicPr>
                      <p:cNvPr id="7" name="Object 6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DEF38-2204-4602-8E00-99A40C613B5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566511"/>
            <a:ext cx="4514850" cy="1176337"/>
          </a:xfrm>
        </p:spPr>
        <p:txBody>
          <a:bodyPr anchor="ctr">
            <a:noAutofit/>
          </a:bodyPr>
          <a:lstStyle>
            <a:lvl1pPr marL="0" indent="0">
              <a:buNone/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  <a:lvl2pPr marL="365760" indent="0">
              <a:buNone/>
              <a:defRPr sz="3200"/>
            </a:lvl2pPr>
            <a:lvl3pPr marL="640080" indent="0">
              <a:buNone/>
              <a:defRPr sz="3200"/>
            </a:lvl3pPr>
            <a:lvl4pPr marL="1371600" indent="0">
              <a:buNone/>
              <a:defRPr sz="3200"/>
            </a:lvl4pPr>
            <a:lvl5pPr marL="1828800" indent="0">
              <a:buNone/>
              <a:defRPr sz="3200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1E90676-D4C8-4FAB-A92C-74437915BA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3E77DA-5F3C-4C7D-9F58-E2F593DECA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35473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3821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3821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3821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84A16D2-D5D3-4ADF-936E-42889F46FDF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3821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3203" y="1319298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3203" y="2620309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3619690-53D1-4CE8-B616-30BEBA75CC6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3203" y="3921320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66507C27-12BD-423F-A9F9-02CCED7173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093203" y="5222331"/>
            <a:ext cx="1005840" cy="100584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67C29C0-F65A-4FD2-B940-AEE8DE7F1B0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7D90B4A-30C7-424F-9363-5F03DCFB5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826112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Member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9CE4895-8792-4855-8FBF-F583A7D66B48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833821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3">
            <a:extLst>
              <a:ext uri="{FF2B5EF4-FFF2-40B4-BE49-F238E27FC236}">
                <a16:creationId xmlns:a16="http://schemas.microsoft.com/office/drawing/2014/main" id="{62EB392B-7AE6-416D-9662-B562FFAB1A18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833821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A4DBCBEF-4AF4-4FEA-99C9-1371E835A17A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833821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3">
            <a:extLst>
              <a:ext uri="{FF2B5EF4-FFF2-40B4-BE49-F238E27FC236}">
                <a16:creationId xmlns:a16="http://schemas.microsoft.com/office/drawing/2014/main" id="{959F6AF0-ADCF-4879-B7B9-3693CE1485C9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6093203" y="1319298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ACF00F89-4B0E-4655-B65E-31E84508B5C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093203" y="2963209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D53ABF8-C275-4010-BD6E-ADEB2F293500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>
          <a:xfrm>
            <a:off x="6093203" y="4607120"/>
            <a:ext cx="1371600" cy="1371600"/>
          </a:xfrm>
          <a:solidFill>
            <a:schemeClr val="bg2">
              <a:lumMod val="20000"/>
              <a:lumOff val="80000"/>
            </a:schemeClr>
          </a:solidFill>
        </p:spPr>
        <p:txBody>
          <a:bodyPr>
            <a:normAutofit/>
          </a:bodyPr>
          <a:lstStyle>
            <a:lvl1pPr>
              <a:defRPr sz="11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50380570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20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8AC16FB-3D2E-4ABE-BF64-C90A0E9AEA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BC5FBA3-EEEB-4AB6-A2D6-50146426A68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8200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AB825D25-91D9-4595-9447-2E5EF39A72F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38200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7FB2CEFD-E4B5-4E80-95EA-98351EADE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7192" y="1087422"/>
            <a:ext cx="3325813" cy="2544763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3">
            <a:extLst>
              <a:ext uri="{FF2B5EF4-FFF2-40B4-BE49-F238E27FC236}">
                <a16:creationId xmlns:a16="http://schemas.microsoft.com/office/drawing/2014/main" id="{CACD5A1F-CCE4-4188-AABE-B9CC3809DE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07192" y="3822036"/>
            <a:ext cx="3325813" cy="2323925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D2CEB554-DD5B-4150-A732-35DF68C12A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776184" y="1085389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34A4BDC6-BBAC-4432-B5B8-DD335BD2143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76184" y="2820613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025148B3-CBD5-4544-B929-1F2910AFB26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76184" y="4555838"/>
            <a:ext cx="3396201" cy="1592317"/>
          </a:xfrm>
          <a:solidFill>
            <a:schemeClr val="bg2"/>
          </a:solidFill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2867227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1_Two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82C6FA-5687-4AB5-A97A-55F0920214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3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 userDrawn="1">
            <p:ph sz="half" idx="1"/>
          </p:nvPr>
        </p:nvSpPr>
        <p:spPr>
          <a:xfrm>
            <a:off x="838200" y="1508761"/>
            <a:ext cx="5181600" cy="4407408"/>
          </a:xfrm>
        </p:spPr>
        <p:txBody>
          <a:bodyPr/>
          <a:lstStyle>
            <a:lvl4pPr marL="1371600" indent="0">
              <a:buNone/>
              <a:defRPr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 userDrawn="1">
            <p:ph sz="half" idx="2"/>
          </p:nvPr>
        </p:nvSpPr>
        <p:spPr>
          <a:xfrm>
            <a:off x="6172200" y="1508761"/>
            <a:ext cx="5000185" cy="4407408"/>
          </a:xfrm>
        </p:spPr>
        <p:txBody>
          <a:bodyPr/>
          <a:lstStyle>
            <a:lvl3pPr>
              <a:defRPr/>
            </a:lvl3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1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6CFB9EC-7642-474F-A152-957BAEBC9B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7780347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D7925-6FBF-4745-83D4-8ECAC86D2D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1071386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0" y="1071386"/>
            <a:ext cx="12192000" cy="1828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838200" y="365128"/>
            <a:ext cx="10334185" cy="5103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 userDrawn="1">
            <p:ph type="ftr" sz="quarter" idx="10"/>
          </p:nvPr>
        </p:nvSpPr>
        <p:spPr>
          <a:xfrm>
            <a:off x="838200" y="635635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pPr marL="91440" marR="0" lvl="0" indent="-9144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©"/>
              <a:tabLst/>
              <a:defRPr/>
            </a:pPr>
            <a:r>
              <a:rPr lang="en-US" sz="800">
                <a:solidFill>
                  <a:prstClr val="black">
                    <a:tint val="75000"/>
                  </a:prstClr>
                </a:solidFill>
              </a:rPr>
              <a:t>2020 Sphera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1717884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8"/>
            <a:ext cx="10334185" cy="510344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200" kern="1200" dirty="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838200" y="6356352"/>
            <a:ext cx="4114800" cy="365125"/>
          </a:xfrm>
          <a:prstGeom prst="rect">
            <a:avLst/>
          </a:prstGeom>
        </p:spPr>
        <p:txBody>
          <a:bodyPr anchor="ctr"/>
          <a:lstStyle>
            <a:lvl1pPr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</a:defRPr>
            </a:lvl1pPr>
          </a:lstStyle>
          <a:p>
            <a:pPr marL="91440" indent="-91440">
              <a:buFont typeface="Franklin Gothic Book" panose="020B0503020102020204" pitchFamily="34" charset="0"/>
              <a:buChar char="©"/>
            </a:pPr>
            <a:r>
              <a:rPr lang="en-US"/>
              <a:t>2020 Sphera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4D6029-3C10-40B7-BFCB-12A7D96B62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29185" y="6356352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8ACF6-E976-4254-A1F8-EC9782DBC5C0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149303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7C389BE3-202F-B972-F0D5-60EAF5E9D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BDCAEB-653F-A1A3-EAD7-B9ED6D23B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05900" y="6388034"/>
            <a:ext cx="2743200" cy="3017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Metronic Pro Light" panose="02000000000000000000" pitchFamily="50" charset="0"/>
                <a:ea typeface="Source Sans Pro Light" panose="020B0403030403020204" pitchFamily="34" charset="0"/>
              </a:defRPr>
            </a:lvl1pPr>
          </a:lstStyle>
          <a:p>
            <a:fld id="{42F2AB16-DD97-DF4C-8B7D-FA45D3E57F58}" type="slidenum">
              <a:rPr lang="es-AR" smtClean="0"/>
              <a:pPr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55247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0">
          <p15:clr>
            <a:srgbClr val="F26B43"/>
          </p15:clr>
        </p15:guide>
        <p15:guide id="2" pos="7491">
          <p15:clr>
            <a:srgbClr val="F26B43"/>
          </p15:clr>
        </p15:guide>
        <p15:guide id="3" pos="211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orient="horz" pos="1298">
          <p15:clr>
            <a:srgbClr val="F26B43"/>
          </p15:clr>
        </p15:guide>
        <p15:guide id="6" orient="horz" pos="1706">
          <p15:clr>
            <a:srgbClr val="F26B43"/>
          </p15:clr>
        </p15:guide>
        <p15:guide id="7" pos="1890">
          <p15:clr>
            <a:srgbClr val="F26B43"/>
          </p15:clr>
        </p15:guide>
        <p15:guide id="8" pos="2071">
          <p15:clr>
            <a:srgbClr val="F26B43"/>
          </p15:clr>
        </p15:guide>
        <p15:guide id="9" pos="3772">
          <p15:clr>
            <a:srgbClr val="F26B43"/>
          </p15:clr>
        </p15:guide>
        <p15:guide id="10" pos="3931">
          <p15:clr>
            <a:srgbClr val="F26B43"/>
          </p15:clr>
        </p15:guide>
        <p15:guide id="11" pos="5632">
          <p15:clr>
            <a:srgbClr val="F26B43"/>
          </p15:clr>
        </p15:guide>
        <p15:guide id="12" pos="581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441762" cy="960754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05585"/>
            <a:ext cx="1044176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51504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3" r:id="rId17"/>
    <p:sldLayoutId id="2147483724" r:id="rId18"/>
    <p:sldLayoutId id="2147483725" r:id="rId19"/>
  </p:sldLayoutIdLst>
  <p:transition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400" kern="1200" baseline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7FFFFFE1_B550567A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E7423DB-3196-DCAA-32AC-F876D734DD01}"/>
              </a:ext>
            </a:extLst>
          </p:cNvPr>
          <p:cNvSpPr/>
          <p:nvPr/>
        </p:nvSpPr>
        <p:spPr>
          <a:xfrm>
            <a:off x="383627" y="2093091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75CF46C9-18B7-5922-A904-B33840E96B97}"/>
              </a:ext>
            </a:extLst>
          </p:cNvPr>
          <p:cNvSpPr/>
          <p:nvPr/>
        </p:nvSpPr>
        <p:spPr>
          <a:xfrm>
            <a:off x="383627" y="3430479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073165-C29E-BE1A-947F-D282BC52D10B}"/>
              </a:ext>
            </a:extLst>
          </p:cNvPr>
          <p:cNvSpPr/>
          <p:nvPr/>
        </p:nvSpPr>
        <p:spPr>
          <a:xfrm>
            <a:off x="383627" y="5340144"/>
            <a:ext cx="3255311" cy="748426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ource Sans Pro" panose="020B0503030403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A790046-93E8-8204-DFC9-96FAB22194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</a:rPr>
              <a:t>WakeMed – CSIC Data Quality Overview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8E35621-0D39-0095-1B92-D6939325CFF4}"/>
              </a:ext>
            </a:extLst>
          </p:cNvPr>
          <p:cNvSpPr txBox="1"/>
          <p:nvPr/>
        </p:nvSpPr>
        <p:spPr>
          <a:xfrm>
            <a:off x="334964" y="1258529"/>
            <a:ext cx="283102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>
                <a:solidFill>
                  <a:schemeClr val="accent1"/>
                </a:solidFill>
                <a:latin typeface="Source Sans Pro" panose="020B0503030403020204" pitchFamily="34" charset="0"/>
              </a:rPr>
              <a:t>Data volume</a:t>
            </a:r>
            <a:endParaRPr lang="en-US" sz="2800" b="0" i="0">
              <a:solidFill>
                <a:schemeClr val="accent1"/>
              </a:solidFill>
              <a:latin typeface="Source Sans Pro" panose="020B0503030403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5C0A1-6A67-4293-6E2D-4F0DE62248CD}"/>
              </a:ext>
            </a:extLst>
          </p:cNvPr>
          <p:cNvSpPr txBox="1"/>
          <p:nvPr/>
        </p:nvSpPr>
        <p:spPr>
          <a:xfrm>
            <a:off x="4618295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800" b="0" i="0">
                <a:solidFill>
                  <a:schemeClr val="accent1"/>
                </a:solidFill>
                <a:latin typeface="Source Sans Pro" panose="020B0503030403020204" pitchFamily="34" charset="0"/>
              </a:rPr>
              <a:t>Work orders by year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7E0404-2136-B3C0-ABB8-8C1B7C9D0D74}"/>
              </a:ext>
            </a:extLst>
          </p:cNvPr>
          <p:cNvSpPr txBox="1"/>
          <p:nvPr/>
        </p:nvSpPr>
        <p:spPr>
          <a:xfrm>
            <a:off x="1914596" y="2307230"/>
            <a:ext cx="943896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assets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76D0F2-51A4-A139-F989-DB9B9B9399E8}"/>
              </a:ext>
            </a:extLst>
          </p:cNvPr>
          <p:cNvSpPr/>
          <p:nvPr/>
        </p:nvSpPr>
        <p:spPr>
          <a:xfrm>
            <a:off x="45804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99k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CM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B47AFE-9EC2-8795-6328-3CB3B52EAF9B}"/>
              </a:ext>
            </a:extLst>
          </p:cNvPr>
          <p:cNvSpPr txBox="1"/>
          <p:nvPr/>
        </p:nvSpPr>
        <p:spPr>
          <a:xfrm>
            <a:off x="1101621" y="2307230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69k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D41B333-5DD8-AEE7-B8E9-2B08F5180B4B}"/>
              </a:ext>
            </a:extLst>
          </p:cNvPr>
          <p:cNvSpPr txBox="1"/>
          <p:nvPr/>
        </p:nvSpPr>
        <p:spPr>
          <a:xfrm>
            <a:off x="1914596" y="3663064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work orders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895925-B007-145F-2BDC-C3B85060E1DE}"/>
              </a:ext>
            </a:extLst>
          </p:cNvPr>
          <p:cNvSpPr txBox="1"/>
          <p:nvPr/>
        </p:nvSpPr>
        <p:spPr>
          <a:xfrm>
            <a:off x="1101621" y="3663064"/>
            <a:ext cx="795603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/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200k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19E1E67-2D88-8D4C-0646-62CF1FB8EDEF}"/>
              </a:ext>
            </a:extLst>
          </p:cNvPr>
          <p:cNvSpPr/>
          <p:nvPr/>
        </p:nvSpPr>
        <p:spPr>
          <a:xfrm>
            <a:off x="150827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62k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PM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398188-37CA-8230-AD81-4F0D702BF3D8}"/>
              </a:ext>
            </a:extLst>
          </p:cNvPr>
          <p:cNvSpPr/>
          <p:nvPr/>
        </p:nvSpPr>
        <p:spPr>
          <a:xfrm>
            <a:off x="2558504" y="4249525"/>
            <a:ext cx="913556" cy="45910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40k</a:t>
            </a:r>
          </a:p>
          <a:p>
            <a:pPr algn="ctr"/>
            <a:r>
              <a:rPr lang="en-US">
                <a:solidFill>
                  <a:schemeClr val="tx1"/>
                </a:solidFill>
                <a:latin typeface="Source Sans Pro" panose="020B0503030403020204" pitchFamily="34" charset="0"/>
              </a:rPr>
              <a:t>Other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B3BD05A-62F4-2E13-60CF-AAD05EE5ED5A}"/>
              </a:ext>
            </a:extLst>
          </p:cNvPr>
          <p:cNvSpPr txBox="1"/>
          <p:nvPr/>
        </p:nvSpPr>
        <p:spPr>
          <a:xfrm>
            <a:off x="1914596" y="5575899"/>
            <a:ext cx="1453648" cy="30973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l"/>
            <a:r>
              <a:rPr lang="en-US">
                <a:solidFill>
                  <a:schemeClr val="bg1"/>
                </a:solidFill>
                <a:latin typeface="Source Sans Pro" panose="020B0503030403020204" pitchFamily="34" charset="0"/>
              </a:rPr>
              <a:t>WO coverage</a:t>
            </a:r>
            <a:endParaRPr lang="en-US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99D7FC-560C-7FB8-533F-93C8170E5E6B}"/>
              </a:ext>
            </a:extLst>
          </p:cNvPr>
          <p:cNvSpPr txBox="1"/>
          <p:nvPr/>
        </p:nvSpPr>
        <p:spPr>
          <a:xfrm>
            <a:off x="454133" y="5575899"/>
            <a:ext cx="1443092" cy="33961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pPr algn="r">
              <a:lnSpc>
                <a:spcPct val="80000"/>
              </a:lnSpc>
            </a:pP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Jan 2018</a:t>
            </a:r>
            <a:b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</a:br>
            <a:r>
              <a:rPr lang="en-US" sz="2400">
                <a:solidFill>
                  <a:schemeClr val="bg1"/>
                </a:solidFill>
                <a:latin typeface="Source Sans Pro" panose="020B0503030403020204" pitchFamily="34" charset="0"/>
              </a:rPr>
              <a:t>May 2025</a:t>
            </a:r>
            <a:endParaRPr lang="en-US" sz="2400" b="0" i="0">
              <a:solidFill>
                <a:schemeClr val="bg1"/>
              </a:solidFill>
              <a:latin typeface="Source Sans Pro" panose="020B0503030403020204" pitchFamily="34" charset="0"/>
            </a:endParaRPr>
          </a:p>
        </p:txBody>
      </p:sp>
      <p:graphicFrame>
        <p:nvGraphicFramePr>
          <p:cNvPr id="40" name="Chart 39">
            <a:extLst>
              <a:ext uri="{FF2B5EF4-FFF2-40B4-BE49-F238E27FC236}">
                <a16:creationId xmlns:a16="http://schemas.microsoft.com/office/drawing/2014/main" id="{F8E97CF4-96EB-15F1-8F7A-DF5115A5CF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3733103"/>
              </p:ext>
            </p:extLst>
          </p:nvPr>
        </p:nvGraphicFramePr>
        <p:xfrm>
          <a:off x="4156840" y="1907628"/>
          <a:ext cx="7693574" cy="4331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63522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9EB59-77B6-EB42-1CCA-F5660BD3B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505296-2C51-BC1D-DA19-60FE1BA2F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Usability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4BE2F5-F35A-D31F-7105-F047D698F01D}"/>
              </a:ext>
            </a:extLst>
          </p:cNvPr>
          <p:cNvSpPr txBox="1"/>
          <p:nvPr/>
        </p:nvSpPr>
        <p:spPr>
          <a:xfrm>
            <a:off x="424329" y="4870310"/>
            <a:ext cx="402216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">
              <a:buNone/>
            </a:pPr>
            <a:r>
              <a:rPr lang="en-US" sz="1400" b="0" i="0" u="none" strike="noStrike">
                <a:solidFill>
                  <a:srgbClr val="000000"/>
                </a:solidFill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Top 5 modalities (across all CSIC participants)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Monitoring Systems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Patient Care and Exam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Infusion Pumps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Respiratory</a:t>
            </a:r>
          </a:p>
          <a:p>
            <a:pPr marL="171450" indent="-171450" algn="l" fontAlgn="b">
              <a:buFont typeface="Arial" panose="020B0604020202020204" pitchFamily="34" charset="0"/>
              <a:buChar char="•"/>
            </a:pPr>
            <a:r>
              <a:rPr lang="en-US" sz="1400" u="none" strike="noStrike">
                <a:effectLst/>
                <a:latin typeface="Source Sans Pro" panose="020B0503030403020204" pitchFamily="34" charset="0"/>
                <a:ea typeface="Source Sans Pro" panose="020B0503030403020204" pitchFamily="34" charset="0"/>
              </a:rPr>
              <a:t>Surgery</a:t>
            </a:r>
            <a:endParaRPr lang="en-US" sz="1400" b="0" i="0" u="none" strike="noStrike">
              <a:solidFill>
                <a:srgbClr val="000000"/>
              </a:solidFill>
              <a:effectLst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837201-933C-68F6-F59C-ED90F527783D}"/>
              </a:ext>
            </a:extLst>
          </p:cNvPr>
          <p:cNvSpPr txBox="1"/>
          <p:nvPr/>
        </p:nvSpPr>
        <p:spPr>
          <a:xfrm>
            <a:off x="5049078" y="4925681"/>
            <a:ext cx="6778487" cy="12772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28600" indent="-228600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Top 5 modalities across all CSIC participants. May differ from top 5 modalities for </a:t>
            </a:r>
            <a:r>
              <a:rPr lang="en-US" sz="1100" b="0" i="0" u="none" strike="noStrike" err="1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Wakemed</a:t>
            </a:r>
            <a:endParaRPr lang="en-US">
              <a:solidFill>
                <a:srgbClr val="0C0C0C"/>
              </a:solidFill>
              <a:latin typeface="Source Sans Pro"/>
              <a:ea typeface="Source Sans Pro"/>
            </a:endParaRPr>
          </a:p>
          <a:p>
            <a:pPr marL="228600" indent="-228600">
              <a:buAutoNum type="arabicPeriod"/>
            </a:pPr>
            <a:r>
              <a:rPr lang="en-US" sz="1100">
                <a:solidFill>
                  <a:srgbClr val="000000"/>
                </a:solidFill>
                <a:latin typeface="Source Sans Pro"/>
                <a:ea typeface="Source Sans Pro"/>
              </a:rPr>
              <a:t>Low usability for MTBF because all assets require at least 1 CM event for MTBF calculation, and most assets require at least 2 CM events</a:t>
            </a:r>
          </a:p>
          <a:p>
            <a:pPr marL="228600" indent="-228600" algn="l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% WOs with matching asset = 1 - % orphaned work orders. Orphaned work orders = work orders whose asset ID is not found in the asset dataset</a:t>
            </a:r>
            <a:endParaRPr lang="en-US">
              <a:latin typeface="Source Sans Pro"/>
              <a:ea typeface="Source Sans Pro"/>
            </a:endParaRPr>
          </a:p>
          <a:p>
            <a:pPr marL="228600" indent="-228600" algn="l" fontAlgn="b">
              <a:buAutoNum type="arabicPeriod"/>
            </a:pPr>
            <a:r>
              <a:rPr lang="en-US" sz="1100" b="0" i="0" u="none" strike="noStrike">
                <a:solidFill>
                  <a:srgbClr val="000000"/>
                </a:solidFill>
                <a:effectLst/>
                <a:latin typeface="Source Sans Pro"/>
                <a:ea typeface="Source Sans Pro"/>
              </a:rPr>
              <a:t>Orphaned work orders don’t have a matching asset, so the asset’s modality is unknown. % orphaned work orders and % of WOs with matching assets cannot be calculated for a subset of modalities / makes / models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0C5E1D-6BF4-F86B-2FD9-A9C24749AB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805871"/>
              </p:ext>
            </p:extLst>
          </p:nvPr>
        </p:nvGraphicFramePr>
        <p:xfrm>
          <a:off x="382496" y="1395008"/>
          <a:ext cx="11493916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4968">
                  <a:extLst>
                    <a:ext uri="{9D8B030D-6E8A-4147-A177-3AD203B41FA5}">
                      <a16:colId xmlns:a16="http://schemas.microsoft.com/office/drawing/2014/main" val="1910757401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48458127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16224313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3290239959"/>
                    </a:ext>
                  </a:extLst>
                </a:gridCol>
                <a:gridCol w="2144737">
                  <a:extLst>
                    <a:ext uri="{9D8B030D-6E8A-4147-A177-3AD203B41FA5}">
                      <a16:colId xmlns:a16="http://schemas.microsoft.com/office/drawing/2014/main" val="2163262621"/>
                    </a:ext>
                  </a:extLst>
                </a:gridCol>
              </a:tblGrid>
              <a:tr h="364795">
                <a:tc>
                  <a:txBody>
                    <a:bodyPr/>
                    <a:lstStyle/>
                    <a:p>
                      <a:endParaRPr lang="en-US" b="0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Top 5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modalities</a:t>
                      </a:r>
                    </a:p>
                  </a:txBody>
                  <a:tcPr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770194"/>
                  </a:ext>
                </a:extLst>
              </a:tr>
              <a:tr h="629647">
                <a:tc>
                  <a:txBody>
                    <a:bodyPr/>
                    <a:lstStyle/>
                    <a:p>
                      <a:endParaRPr lang="en-US"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1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Wakemed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All CSIC </a:t>
                      </a:r>
                      <a:br>
                        <a:rPr lang="en-US">
                          <a:solidFill>
                            <a:srgbClr val="004A84"/>
                          </a:solidFill>
                          <a:latin typeface="Source Sans Pro"/>
                          <a:ea typeface="Source Sans Pro"/>
                        </a:rPr>
                      </a:br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participants</a:t>
                      </a:r>
                    </a:p>
                  </a:txBody>
                  <a:tcPr anchor="b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11475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age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100%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97%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C1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842300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PMs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6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35%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226116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CMs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15%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27%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0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2944374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assets with MTBF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16%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036261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matching asset</a:t>
                      </a:r>
                      <a:r>
                        <a:rPr lang="en-US" baseline="30000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n/a</a:t>
                      </a:r>
                      <a:r>
                        <a:rPr lang="en-US" i="0" baseline="300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Source Sans Pro"/>
                          <a:ea typeface="Source Sans Pro"/>
                        </a:rPr>
                        <a:t>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80%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77%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solidFill>
                      <a:srgbClr val="A4D1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3306053"/>
                  </a:ext>
                </a:extLst>
              </a:tr>
              <a:tr h="364795"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2"/>
                          </a:solidFill>
                          <a:latin typeface="Source Sans Pro"/>
                          <a:ea typeface="Source Sans Pro"/>
                        </a:rPr>
                        <a:t>% WOs with cycle time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84%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Source Sans Pro"/>
                          <a:ea typeface="Source Sans Pro"/>
                        </a:rPr>
                        <a:t>41%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9EA8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latin typeface="Source Sans Pro"/>
                          <a:ea typeface="Source Sans Pro"/>
                        </a:rPr>
                        <a:t>83%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94CC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60%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C9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58009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19411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E378E-ECCA-2AF8-020B-BCD595DF4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FD428B-0A74-68B6-92C1-8C17EC66F4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 dirty="0">
                <a:latin typeface="Source Sans Pro" panose="020B0503030403020204" pitchFamily="34" charset="0"/>
                <a:ea typeface="Source Sans Pro" panose="020B0503030403020204" pitchFamily="34" charset="0"/>
              </a:rPr>
              <a:t>WakeMed – Work Order Types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2EB41F-5ABE-44D9-C11C-2E62C1DCC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2180717"/>
              </p:ext>
            </p:extLst>
          </p:nvPr>
        </p:nvGraphicFramePr>
        <p:xfrm>
          <a:off x="4374587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Preventive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29,431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Planned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19,451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9.7%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12,682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PM unscheduled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140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006640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New Equipment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12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Total PM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61,716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30.8%</a:t>
                      </a:r>
                    </a:p>
                  </a:txBody>
                  <a:tcPr marL="4763" marR="4763" marT="4763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01D339A-B942-E508-5DCA-8E33396F13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42516"/>
              </p:ext>
            </p:extLst>
          </p:nvPr>
        </p:nvGraphicFramePr>
        <p:xfrm>
          <a:off x="8513350" y="1940258"/>
          <a:ext cx="3292709" cy="3551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88068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Incoming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12,682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6.3%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Onboarding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6,218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3.1%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86760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Administrative Time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5,268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Safety Test Non Hosp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4,328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2.2%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Asset Disposal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2,085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1.0%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Project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1,896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0.9%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Recall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1,114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0.6%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678303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Biomed Loaner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688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0105490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Remove from Service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685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2039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Rad Physicist Survey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681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97291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Scopes and Instruments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613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041878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NPO Short Term Demo/Rental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612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36295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589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2134562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Middle Room - Raleigh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536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1409197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Alert/Recall Inspection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506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027939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Checkout Disp (Accessory)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                    471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0.2%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5802575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Physics Inspection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/>
                          <a:ea typeface="+mn-ea"/>
                          <a:cs typeface="+mn-cs"/>
                        </a:rPr>
                        <a:t>                    294 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574688"/>
                  </a:ext>
                </a:extLst>
              </a:tr>
              <a:tr h="9306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Other</a:t>
                      </a:r>
                      <a:r>
                        <a:rPr lang="en-US" sz="1100" b="0" i="0" u="none" strike="noStrike" kern="1200" baseline="300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  <a:ea typeface="+mn-ea"/>
                          <a:cs typeface="+mn-cs"/>
                        </a:rPr>
                        <a:t>587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0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587204"/>
                  </a:ext>
                </a:extLst>
              </a:tr>
              <a:tr h="177294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Other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40,046</a:t>
                      </a:r>
                    </a:p>
                  </a:txBody>
                  <a:tcPr marR="0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1034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9B1B91A-5944-238F-2A57-9A6B5F9D60FD}"/>
              </a:ext>
            </a:extLst>
          </p:cNvPr>
          <p:cNvSpPr txBox="1"/>
          <p:nvPr/>
        </p:nvSpPr>
        <p:spPr>
          <a:xfrm>
            <a:off x="8414597" y="6120332"/>
            <a:ext cx="3478953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Autofit/>
          </a:bodyPr>
          <a:lstStyle/>
          <a:p>
            <a:pPr algn="l"/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1. Gemba - Service, Education / Inservice, Incident Investigation, Software/Firmware Upgrade, Nuvolo Project, Raleigh </a:t>
            </a:r>
            <a:r>
              <a:rPr lang="en-US" sz="800" err="1">
                <a:latin typeface="Source Sans Pro" panose="020B0503030403020204" pitchFamily="34" charset="0"/>
                <a:ea typeface="Source Sans Pro" panose="020B0503030403020204" pitchFamily="34" charset="0"/>
              </a:rPr>
              <a:t>OffSites</a:t>
            </a:r>
            <a:r>
              <a:rPr lang="en-US" sz="800">
                <a:latin typeface="Source Sans Pro" panose="020B0503030403020204" pitchFamily="34" charset="0"/>
                <a:ea typeface="Source Sans Pro" panose="020B0503030403020204" pitchFamily="34" charset="0"/>
              </a:rPr>
              <a:t>, Vulnerability Remediation, Dept. Rounds, Device Verification, Cary Middle Room, New Equipment Inspection, Tech Support, (Blanks), Upper Southern Route, Lower Southern Route, Equipment Distribution, Calibration Testing, Fireman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9A50C-78C7-6890-2889-160683C3ED74}"/>
              </a:ext>
            </a:extLst>
          </p:cNvPr>
          <p:cNvSpPr txBox="1"/>
          <p:nvPr/>
        </p:nvSpPr>
        <p:spPr>
          <a:xfrm>
            <a:off x="4276344" y="1258529"/>
            <a:ext cx="3561695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Preventive maintenance</a:t>
            </a:r>
            <a:endParaRPr lang="en-US" sz="2600" b="0" i="0">
              <a:solidFill>
                <a:schemeClr val="accent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90F537-E8A4-8B6D-9C6A-731034874CF2}"/>
              </a:ext>
            </a:extLst>
          </p:cNvPr>
          <p:cNvSpPr txBox="1"/>
          <p:nvPr/>
        </p:nvSpPr>
        <p:spPr>
          <a:xfrm>
            <a:off x="8389448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Other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4E3FFDF-75CD-F061-D9DA-DE22228D5D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80759"/>
              </p:ext>
            </p:extLst>
          </p:nvPr>
        </p:nvGraphicFramePr>
        <p:xfrm>
          <a:off x="429423" y="1940258"/>
          <a:ext cx="3292709" cy="12392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1414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840827">
                  <a:extLst>
                    <a:ext uri="{9D8B030D-6E8A-4147-A177-3AD203B41FA5}">
                      <a16:colId xmlns:a16="http://schemas.microsoft.com/office/drawing/2014/main" val="2116258684"/>
                    </a:ext>
                  </a:extLst>
                </a:gridCol>
                <a:gridCol w="730468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</a:tblGrid>
              <a:tr h="173736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% WOs</a:t>
                      </a:r>
                    </a:p>
                  </a:txBody>
                  <a:tcPr marL="45720" marR="4572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Service-Checkout-Repair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53,639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26.8%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741335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Corrective Maintenance - CE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44,768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22.4%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9783558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Incident Investigation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104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0.1%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524776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Tech Support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4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8728729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Device Related Incident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                          1 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1112841"/>
                  </a:ext>
                </a:extLst>
              </a:tr>
              <a:tr h="173736">
                <a:tc>
                  <a:txBody>
                    <a:bodyPr/>
                    <a:lstStyle/>
                    <a:p>
                      <a:pPr marL="0" algn="l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Total CM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98,516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en-US" sz="12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49.2%</a:t>
                      </a:r>
                    </a:p>
                  </a:txBody>
                  <a:tcPr marL="4763" marR="4763" marT="4763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517499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1F1BD04-139C-456F-C665-D136191DB991}"/>
              </a:ext>
            </a:extLst>
          </p:cNvPr>
          <p:cNvSpPr txBox="1"/>
          <p:nvPr/>
        </p:nvSpPr>
        <p:spPr>
          <a:xfrm>
            <a:off x="277834" y="1274295"/>
            <a:ext cx="3561741" cy="54871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 algn="l"/>
            <a:r>
              <a:rPr lang="en-US" sz="2600" b="0" i="0">
                <a:solidFill>
                  <a:schemeClr val="accent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Corrective maintenance</a:t>
            </a:r>
          </a:p>
        </p:txBody>
      </p:sp>
    </p:spTree>
    <p:extLst>
      <p:ext uri="{BB962C8B-B14F-4D97-AF65-F5344CB8AC3E}">
        <p14:creationId xmlns:p14="http://schemas.microsoft.com/office/powerpoint/2010/main" val="2957044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089F0-4A9F-8929-1433-1075D644F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4482D6-FC7C-CB78-EEC5-7034E488663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4964" y="238782"/>
            <a:ext cx="11558586" cy="548710"/>
          </a:xfrm>
        </p:spPr>
        <p:txBody>
          <a:bodyPr/>
          <a:lstStyle/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CSIC Definitions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EC7D38-C4CB-D62E-1608-55445E6E7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316361"/>
              </p:ext>
            </p:extLst>
          </p:nvPr>
        </p:nvGraphicFramePr>
        <p:xfrm>
          <a:off x="334963" y="1184172"/>
          <a:ext cx="11434250" cy="521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489">
                  <a:extLst>
                    <a:ext uri="{9D8B030D-6E8A-4147-A177-3AD203B41FA5}">
                      <a16:colId xmlns:a16="http://schemas.microsoft.com/office/drawing/2014/main" val="2679977141"/>
                    </a:ext>
                  </a:extLst>
                </a:gridCol>
                <a:gridCol w="3037612">
                  <a:extLst>
                    <a:ext uri="{9D8B030D-6E8A-4147-A177-3AD203B41FA5}">
                      <a16:colId xmlns:a16="http://schemas.microsoft.com/office/drawing/2014/main" val="1404282046"/>
                    </a:ext>
                  </a:extLst>
                </a:gridCol>
                <a:gridCol w="6537149">
                  <a:extLst>
                    <a:ext uri="{9D8B030D-6E8A-4147-A177-3AD203B41FA5}">
                      <a16:colId xmlns:a16="http://schemas.microsoft.com/office/drawing/2014/main" val="1580066111"/>
                    </a:ext>
                  </a:extLst>
                </a:gridCol>
              </a:tblGrid>
              <a:tr h="246058"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KPI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Definition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>
                          <a:solidFill>
                            <a:schemeClr val="bg2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Observations</a:t>
                      </a:r>
                    </a:p>
                  </a:txBody>
                  <a:tcPr marL="45720" marR="4572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343262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asset IDs for a given modality, make, customer,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asset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142717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# of work order IDs for a given asset, modality, make, etc.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de-duplicated counts (i.e. unique work order IDs) 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5128614"/>
                  </a:ext>
                </a:extLst>
              </a:tr>
              <a:tr h="30985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Work order timeframe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first and last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Based on reported date for each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414053"/>
                  </a:ext>
                </a:extLst>
              </a:tr>
              <a:tr h="3402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since asset install date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Asset age = NULL for assets with unavailable or invalid install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Install dates before 1970 or after today’s date are deemed invalid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9940149"/>
                  </a:ext>
                </a:extLst>
              </a:tr>
              <a:tr h="31254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work orders with matching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of all work orders for assets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% WOs with matching asset = 1 - % orphaned work orders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Orphaned work orders = work orders whose asset ID is not found in the asset dataset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3008424"/>
                  </a:ext>
                </a:extLst>
              </a:tr>
              <a:tr h="97829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MTBF (mean time between failure)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failures for a given asset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“Failure” is defined as any corrective maintenance event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CM events (“failures”) is based on each CM’s reported date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includes time between known CMs. Work orders opened prior to asset install date or after asset retirement are not included</a:t>
                      </a:r>
                    </a:p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For aggregations (e.g., MTBF of a certain make / model / modality), MTBF is calculated as the sum of time between failure events divided by the sum of failure events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9014752"/>
                  </a:ext>
                </a:extLst>
              </a:tr>
              <a:tr h="43744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400" b="0" i="0" u="none" strike="noStrike">
                          <a:solidFill>
                            <a:schemeClr val="bg2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WO cycle time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Time between work order open and closed date for a given work order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fontAlgn="b">
                        <a:spcAft>
                          <a:spcPts val="30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Segoe UI" panose="020B0502040204020203" pitchFamily="34" charset="0"/>
                        </a:rPr>
                        <a:t>Only work orders with status “Closed Complete” are included in the calculation</a:t>
                      </a:r>
                    </a:p>
                  </a:txBody>
                  <a:tcPr marL="45720" marR="45720">
                    <a:lnL w="12700" cmpd="sng">
                      <a:noFill/>
                    </a:lnL>
                    <a:lnR w="12700" cmpd="sng"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07734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861736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Office Theme">
  <a:themeElements>
    <a:clrScheme name="Custom 1">
      <a:dk1>
        <a:srgbClr val="0C0C0C"/>
      </a:dk1>
      <a:lt1>
        <a:srgbClr val="FFFFFF"/>
      </a:lt1>
      <a:dk2>
        <a:srgbClr val="005BA6"/>
      </a:dk2>
      <a:lt2>
        <a:srgbClr val="004A84"/>
      </a:lt2>
      <a:accent1>
        <a:srgbClr val="003763"/>
      </a:accent1>
      <a:accent2>
        <a:srgbClr val="009CF4"/>
      </a:accent2>
      <a:accent3>
        <a:srgbClr val="00CBB7"/>
      </a:accent3>
      <a:accent4>
        <a:srgbClr val="EEEEF0"/>
      </a:accent4>
      <a:accent5>
        <a:srgbClr val="FFFFFF"/>
      </a:accent5>
      <a:accent6>
        <a:srgbClr val="FFFFFF"/>
      </a:accent6>
      <a:hlink>
        <a:srgbClr val="FFFFFF"/>
      </a:hlink>
      <a:folHlink>
        <a:srgbClr val="0C0C0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t">
        <a:normAutofit/>
      </a:bodyPr>
      <a:lstStyle>
        <a:defPPr algn="l">
          <a:defRPr sz="1800" b="0" i="0" dirty="0" smtClean="0">
            <a:solidFill>
              <a:schemeClr val="tx1">
                <a:lumMod val="65000"/>
                <a:lumOff val="35000"/>
              </a:schemeClr>
            </a:solidFill>
            <a:latin typeface="Metronic Pro Air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Theme">
  <a:themeElements>
    <a:clrScheme name="Sphera 2018 Color Palette">
      <a:dk1>
        <a:sysClr val="windowText" lastClr="000000"/>
      </a:dk1>
      <a:lt1>
        <a:sysClr val="window" lastClr="FFFFFF"/>
      </a:lt1>
      <a:dk2>
        <a:srgbClr val="848484"/>
      </a:dk2>
      <a:lt2>
        <a:srgbClr val="BBBBBB"/>
      </a:lt2>
      <a:accent1>
        <a:srgbClr val="33BB44"/>
      </a:accent1>
      <a:accent2>
        <a:srgbClr val="009BDE"/>
      </a:accent2>
      <a:accent3>
        <a:srgbClr val="005487"/>
      </a:accent3>
      <a:accent4>
        <a:srgbClr val="F58220"/>
      </a:accent4>
      <a:accent5>
        <a:srgbClr val="398686"/>
      </a:accent5>
      <a:accent6>
        <a:srgbClr val="DD665D"/>
      </a:accent6>
      <a:hlink>
        <a:srgbClr val="005487"/>
      </a:hlink>
      <a:folHlink>
        <a:srgbClr val="009BDE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hera 2019 PPT Template" id="{2DF552D5-0484-49C0-A169-9F2210CE2A4C}" vid="{3235EEC5-187F-41FB-AF93-04CC8B0FEE0B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_rels/item1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4.xml"/></Relationships>
</file>

<file path=customXml/_rels/item1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5.xml"/></Relationships>
</file>

<file path=customXml/_rels/item1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6.xml"/></Relationships>
</file>

<file path=customXml/_rels/item1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7.xml"/></Relationships>
</file>

<file path=customXml/_rels/item1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8.xml"/></Relationships>
</file>

<file path=customXml/_rels/item1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9.xml"/></Relationships>
</file>

<file path=customXml/_rels/item2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0.xml"/></Relationships>
</file>

<file path=customXml/_rels/item2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1.xml"/></Relationships>
</file>

<file path=customXml/_rels/item2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2.xml"/></Relationships>
</file>

<file path=customXml/_rels/item2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3.xml"/></Relationships>
</file>

<file path=customXml/_rels/item2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4.xml"/></Relationships>
</file>

<file path=customXml/_rels/item2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5.xml"/></Relationships>
</file>

<file path=customXml/_rels/item2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6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227cf3-3638-4cd2-82bc-03e747e07e3a">
      <Terms xmlns="http://schemas.microsoft.com/office/infopath/2007/PartnerControls"/>
    </lcf76f155ced4ddcb4097134ff3c332f>
    <TaxCatchAll xmlns="305e2bbd-039d-4372-8882-af49759a958b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04BADD5DD41346B344211051C029CC" ma:contentTypeVersion="12" ma:contentTypeDescription="Create a new document." ma:contentTypeScope="" ma:versionID="753abe53e23f063a35382104da829f22">
  <xsd:schema xmlns:xsd="http://www.w3.org/2001/XMLSchema" xmlns:xs="http://www.w3.org/2001/XMLSchema" xmlns:p="http://schemas.microsoft.com/office/2006/metadata/properties" xmlns:ns2="ed227cf3-3638-4cd2-82bc-03e747e07e3a" xmlns:ns3="305e2bbd-039d-4372-8882-af49759a958b" targetNamespace="http://schemas.microsoft.com/office/2006/metadata/properties" ma:root="true" ma:fieldsID="2367f18f6754af76b67fc21561517833" ns2:_="" ns3:_="">
    <xsd:import namespace="ed227cf3-3638-4cd2-82bc-03e747e07e3a"/>
    <xsd:import namespace="305e2bbd-039d-4372-8882-af49759a95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227cf3-3638-4cd2-82bc-03e747e07e3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00ec100-dda8-4913-b2e9-646a3723c5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5e2bbd-039d-4372-8882-af49759a958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6f68b45-e7da-4c45-a6a5-87c8e674ad7d}" ma:internalName="TaxCatchAll" ma:showField="CatchAllData" ma:web="305e2bbd-039d-4372-8882-af49759a95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4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7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8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19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0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1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2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3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5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26.xml><?xml version="1.0" encoding="utf-8"?>
<Settings xmlns="http://www.plsfix.com/xml">
  <Margins marginLeft="75" marginTop="50" marginRight="50" marginBottom="50"/>
  <Fontnames fontname="Exo"/>
  <Fontsizes>
    <Fontsize size="14"/>
    <Fontsize size="12"/>
    <Fontsize size="10"/>
  </Fontsizes>
  <Colors>
    <Color rgb="75.70.98"/>
    <Color rgb="233.10.109"/>
    <Color rgb="52.35.126"/>
    <Color rgb="255.255.255"/>
  </Colors>
  <Shapes>
    <Shape shapeID="title" FontSize="18" FontName="Playfair Display SemiBold" FontColor="35.33.58" Left="75" Top="39" Width="623" Height="24"/>
    <Shape shapeID="footnote" FontSize="8" Left="75" Top="350" Width="623" Height="20"/>
  </Shapes>
</Settings>
</file>

<file path=customXml/itemProps1.xml><?xml version="1.0" encoding="utf-8"?>
<ds:datastoreItem xmlns:ds="http://schemas.openxmlformats.org/officeDocument/2006/customXml" ds:itemID="{3D5831BA-E3DA-4638-B03B-E5F77F555B84}">
  <ds:schemaRefs>
    <ds:schemaRef ds:uri="ed227cf3-3638-4cd2-82bc-03e747e07e3a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305e2bbd-039d-4372-8882-af49759a958b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D274E05-4031-44B0-A3D3-43916EC8FEDB}">
  <ds:schemaRefs>
    <ds:schemaRef ds:uri="305e2bbd-039d-4372-8882-af49759a958b"/>
    <ds:schemaRef ds:uri="ed227cf3-3638-4cd2-82bc-03e747e07e3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0ECC7E6E-4153-4C0B-9B35-E28E9914870A}">
  <ds:schemaRefs>
    <ds:schemaRef ds:uri="http://www.plsfix.com/xml"/>
  </ds:schemaRefs>
</ds:datastoreItem>
</file>

<file path=customXml/itemProps4.xml><?xml version="1.0" encoding="utf-8"?>
<ds:datastoreItem xmlns:ds="http://schemas.openxmlformats.org/officeDocument/2006/customXml" ds:itemID="{B8B5A43B-7F98-4BF4-B6A6-5BF0835D71E4}">
  <ds:schemaRefs>
    <ds:schemaRef ds:uri="http://www.plsfix.com/xml"/>
  </ds:schemaRefs>
</ds:datastoreItem>
</file>

<file path=customXml/itemProps5.xml><?xml version="1.0" encoding="utf-8"?>
<ds:datastoreItem xmlns:ds="http://schemas.openxmlformats.org/officeDocument/2006/customXml" ds:itemID="{07CABB94-0D87-4DD7-8E16-7A32E4206A9A}">
  <ds:schemaRefs>
    <ds:schemaRef ds:uri="http://www.plsfix.com/xml"/>
  </ds:schemaRefs>
</ds:datastoreItem>
</file>

<file path=customXml/itemProps6.xml><?xml version="1.0" encoding="utf-8"?>
<ds:datastoreItem xmlns:ds="http://schemas.openxmlformats.org/officeDocument/2006/customXml" ds:itemID="{C41A9309-11DB-4609-9329-6B1C042B5AC1}">
  <ds:schemaRefs>
    <ds:schemaRef ds:uri="http://www.plsfix.com/xml"/>
  </ds:schemaRefs>
</ds:datastoreItem>
</file>

<file path=customXml/itemProps7.xml><?xml version="1.0" encoding="utf-8"?>
<ds:datastoreItem xmlns:ds="http://schemas.openxmlformats.org/officeDocument/2006/customXml" ds:itemID="{74EE6D45-93BF-4CB9-8214-5E7DEECA2A1B}">
  <ds:schemaRefs>
    <ds:schemaRef ds:uri="http://www.plsfix.com/xml"/>
  </ds:schemaRefs>
</ds:datastoreItem>
</file>

<file path=customXml/itemProps8.xml><?xml version="1.0" encoding="utf-8"?>
<ds:datastoreItem xmlns:ds="http://schemas.openxmlformats.org/officeDocument/2006/customXml" ds:itemID="{B13A6903-96B5-4F9E-A8BA-37BBB72B853F}">
  <ds:schemaRefs>
    <ds:schemaRef ds:uri="http://www.plsfix.com/xml"/>
  </ds:schemaRefs>
</ds:datastoreItem>
</file>

<file path=customXml/itemProps9.xml><?xml version="1.0" encoding="utf-8"?>
<ds:datastoreItem xmlns:ds="http://schemas.openxmlformats.org/officeDocument/2006/customXml" ds:itemID="{7F25862F-7843-43F4-9A80-24A9509CAC2D}">
  <ds:schemaRefs>
    <ds:schemaRef ds:uri="http://www.plsfix.com/xml"/>
  </ds:schemaRefs>
</ds:datastoreItem>
</file>

<file path=customXml/itemProps10.xml><?xml version="1.0" encoding="utf-8"?>
<ds:datastoreItem xmlns:ds="http://schemas.openxmlformats.org/officeDocument/2006/customXml" ds:itemID="{F2FBF434-B0DA-4E1E-8906-5BA99B8816CE}">
  <ds:schemaRefs>
    <ds:schemaRef ds:uri="http://www.plsfix.com/xml"/>
  </ds:schemaRefs>
</ds:datastoreItem>
</file>

<file path=customXml/itemProps11.xml><?xml version="1.0" encoding="utf-8"?>
<ds:datastoreItem xmlns:ds="http://schemas.openxmlformats.org/officeDocument/2006/customXml" ds:itemID="{828635FF-478D-404D-B7CA-D1169973462E}">
  <ds:schemaRefs>
    <ds:schemaRef ds:uri="http://www.plsfix.com/xml"/>
  </ds:schemaRefs>
</ds:datastoreItem>
</file>

<file path=customXml/itemProps12.xml><?xml version="1.0" encoding="utf-8"?>
<ds:datastoreItem xmlns:ds="http://schemas.openxmlformats.org/officeDocument/2006/customXml" ds:itemID="{58C01AC7-23C1-460B-B5B9-2C40C11B2617}">
  <ds:schemaRefs>
    <ds:schemaRef ds:uri="http://www.plsfix.com/xml"/>
  </ds:schemaRefs>
</ds:datastoreItem>
</file>

<file path=customXml/itemProps13.xml><?xml version="1.0" encoding="utf-8"?>
<ds:datastoreItem xmlns:ds="http://schemas.openxmlformats.org/officeDocument/2006/customXml" ds:itemID="{0A3C918B-04FF-4CFA-B21A-3FFE491DF0CD}">
  <ds:schemaRefs>
    <ds:schemaRef ds:uri="http://www.plsfix.com/xml"/>
  </ds:schemaRefs>
</ds:datastoreItem>
</file>

<file path=customXml/itemProps14.xml><?xml version="1.0" encoding="utf-8"?>
<ds:datastoreItem xmlns:ds="http://schemas.openxmlformats.org/officeDocument/2006/customXml" ds:itemID="{38F1E4B8-550A-4DB6-B014-2A3DDFAD3142}">
  <ds:schemaRefs>
    <ds:schemaRef ds:uri="http://www.plsfix.com/xml"/>
  </ds:schemaRefs>
</ds:datastoreItem>
</file>

<file path=customXml/itemProps15.xml><?xml version="1.0" encoding="utf-8"?>
<ds:datastoreItem xmlns:ds="http://schemas.openxmlformats.org/officeDocument/2006/customXml" ds:itemID="{A60519EC-BEEE-4EF9-88A2-896320287E0E}">
  <ds:schemaRefs>
    <ds:schemaRef ds:uri="http://www.plsfix.com/xml"/>
  </ds:schemaRefs>
</ds:datastoreItem>
</file>

<file path=customXml/itemProps16.xml><?xml version="1.0" encoding="utf-8"?>
<ds:datastoreItem xmlns:ds="http://schemas.openxmlformats.org/officeDocument/2006/customXml" ds:itemID="{87B82157-BFE5-4A01-9EF8-D4EF32ACEC1A}">
  <ds:schemaRefs>
    <ds:schemaRef ds:uri="http://www.plsfix.com/xml"/>
  </ds:schemaRefs>
</ds:datastoreItem>
</file>

<file path=customXml/itemProps17.xml><?xml version="1.0" encoding="utf-8"?>
<ds:datastoreItem xmlns:ds="http://schemas.openxmlformats.org/officeDocument/2006/customXml" ds:itemID="{E8D9EB62-3F26-4FBB-94B2-51F4AE441CC4}">
  <ds:schemaRefs>
    <ds:schemaRef ds:uri="http://www.plsfix.com/xml"/>
  </ds:schemaRefs>
</ds:datastoreItem>
</file>

<file path=customXml/itemProps18.xml><?xml version="1.0" encoding="utf-8"?>
<ds:datastoreItem xmlns:ds="http://schemas.openxmlformats.org/officeDocument/2006/customXml" ds:itemID="{84A4C846-E416-4D3F-B108-6D80541EE49C}">
  <ds:schemaRefs>
    <ds:schemaRef ds:uri="http://www.plsfix.com/xml"/>
  </ds:schemaRefs>
</ds:datastoreItem>
</file>

<file path=customXml/itemProps19.xml><?xml version="1.0" encoding="utf-8"?>
<ds:datastoreItem xmlns:ds="http://schemas.openxmlformats.org/officeDocument/2006/customXml" ds:itemID="{5B643BFA-E932-47AD-A3AB-D0A7C4E18DD6}">
  <ds:schemaRefs>
    <ds:schemaRef ds:uri="http://www.plsfix.com/xml"/>
  </ds:schemaRefs>
</ds:datastoreItem>
</file>

<file path=customXml/itemProps20.xml><?xml version="1.0" encoding="utf-8"?>
<ds:datastoreItem xmlns:ds="http://schemas.openxmlformats.org/officeDocument/2006/customXml" ds:itemID="{59104082-8295-452F-BE75-2902BA46C634}">
  <ds:schemaRefs>
    <ds:schemaRef ds:uri="http://www.plsfix.com/xml"/>
  </ds:schemaRefs>
</ds:datastoreItem>
</file>

<file path=customXml/itemProps21.xml><?xml version="1.0" encoding="utf-8"?>
<ds:datastoreItem xmlns:ds="http://schemas.openxmlformats.org/officeDocument/2006/customXml" ds:itemID="{5E1A7A58-309E-49F4-BA68-1FA15361881E}">
  <ds:schemaRefs>
    <ds:schemaRef ds:uri="http://www.plsfix.com/xml"/>
  </ds:schemaRefs>
</ds:datastoreItem>
</file>

<file path=customXml/itemProps22.xml><?xml version="1.0" encoding="utf-8"?>
<ds:datastoreItem xmlns:ds="http://schemas.openxmlformats.org/officeDocument/2006/customXml" ds:itemID="{5DFE07D7-0DD9-4A5F-B984-296D0FBE67C5}">
  <ds:schemaRefs>
    <ds:schemaRef ds:uri="http://www.plsfix.com/xml"/>
  </ds:schemaRefs>
</ds:datastoreItem>
</file>

<file path=customXml/itemProps23.xml><?xml version="1.0" encoding="utf-8"?>
<ds:datastoreItem xmlns:ds="http://schemas.openxmlformats.org/officeDocument/2006/customXml" ds:itemID="{31CE4C44-F069-4B7F-A881-0377701506DE}">
  <ds:schemaRefs>
    <ds:schemaRef ds:uri="http://www.plsfix.com/xml"/>
  </ds:schemaRefs>
</ds:datastoreItem>
</file>

<file path=customXml/itemProps24.xml><?xml version="1.0" encoding="utf-8"?>
<ds:datastoreItem xmlns:ds="http://schemas.openxmlformats.org/officeDocument/2006/customXml" ds:itemID="{1DE82953-D47B-45A4-9882-FD41834A7F08}">
  <ds:schemaRefs>
    <ds:schemaRef ds:uri="http://schemas.microsoft.com/sharepoint/v3/contenttype/forms"/>
  </ds:schemaRefs>
</ds:datastoreItem>
</file>

<file path=customXml/itemProps25.xml><?xml version="1.0" encoding="utf-8"?>
<ds:datastoreItem xmlns:ds="http://schemas.openxmlformats.org/officeDocument/2006/customXml" ds:itemID="{9E6E9ADE-525F-4245-ADFB-B08457E9EEB4}">
  <ds:schemaRefs>
    <ds:schemaRef ds:uri="http://www.plsfix.com/xml"/>
  </ds:schemaRefs>
</ds:datastoreItem>
</file>

<file path=customXml/itemProps26.xml><?xml version="1.0" encoding="utf-8"?>
<ds:datastoreItem xmlns:ds="http://schemas.openxmlformats.org/officeDocument/2006/customXml" ds:itemID="{79BEAC8D-69D2-40DA-A09A-F47667E6E9FE}">
  <ds:schemaRefs>
    <ds:schemaRef ds:uri="http://www.plsfix.com/xm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837</Words>
  <Application>Microsoft Office PowerPoint</Application>
  <PresentationFormat>Widescreen</PresentationFormat>
  <Paragraphs>196</Paragraphs>
  <Slides>4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7" baseType="lpstr">
      <vt:lpstr>Aptos</vt:lpstr>
      <vt:lpstr>Aptos Narrow</vt:lpstr>
      <vt:lpstr>Arial</vt:lpstr>
      <vt:lpstr>Calibri</vt:lpstr>
      <vt:lpstr>Franklin Gothic Book</vt:lpstr>
      <vt:lpstr>Franklin Gothic Medium</vt:lpstr>
      <vt:lpstr>Metronic Pro Air</vt:lpstr>
      <vt:lpstr>Metronic Pro Light</vt:lpstr>
      <vt:lpstr>Source Sans Pro</vt:lpstr>
      <vt:lpstr>Uni Neue Book</vt:lpstr>
      <vt:lpstr>2_Office Theme</vt:lpstr>
      <vt:lpstr>5_Office Theme</vt:lpstr>
      <vt:lpstr>think-cell Slide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Brennan</dc:creator>
  <cp:lastModifiedBy>Felipe Platzer</cp:lastModifiedBy>
  <cp:revision>1</cp:revision>
  <dcterms:created xsi:type="dcterms:W3CDTF">2024-08-07T16:29:21Z</dcterms:created>
  <dcterms:modified xsi:type="dcterms:W3CDTF">2025-11-12T23:23:24Z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0x010100E704BADD5DD41346B344211051C029CC</vt:lpwstr>
  </property>
  <property fmtid="{D5CDD505-2E9C-101B-9397-08002B2CF9AE}" pid="3" name="MediaServiceImageTags">
    <vt:lpwstr/>
  </property>
</Properties>
</file>